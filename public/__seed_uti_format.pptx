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5"/>
    <p:sldMasterId id="2147483680" r:id="rId6"/>
    <p:sldMasterId id="2147483689" r:id="rId7"/>
  </p:sldMasterIdLst>
  <p:notesMasterIdLst>
    <p:notesMasterId r:id="rId32"/>
  </p:notesMasterIdLst>
  <p:sldIdLst>
    <p:sldId id="256" r:id="rId8"/>
    <p:sldId id="258" r:id="rId9"/>
    <p:sldId id="2147481788" r:id="rId10"/>
    <p:sldId id="2147471824" r:id="rId11"/>
    <p:sldId id="2147471840" r:id="rId12"/>
    <p:sldId id="2147471693" r:id="rId13"/>
    <p:sldId id="2147481789" r:id="rId14"/>
    <p:sldId id="2147471825" r:id="rId15"/>
    <p:sldId id="2147471727" r:id="rId16"/>
    <p:sldId id="2147471805" r:id="rId17"/>
    <p:sldId id="257" r:id="rId18"/>
    <p:sldId id="2147471841" r:id="rId19"/>
    <p:sldId id="2147471819" r:id="rId20"/>
    <p:sldId id="2147471787" r:id="rId21"/>
    <p:sldId id="2147481787" r:id="rId22"/>
    <p:sldId id="2147471821" r:id="rId23"/>
    <p:sldId id="2145708267" r:id="rId24"/>
    <p:sldId id="268" r:id="rId25"/>
    <p:sldId id="2147471782" r:id="rId26"/>
    <p:sldId id="2145709181" r:id="rId27"/>
    <p:sldId id="2147481793" r:id="rId28"/>
    <p:sldId id="2147481794" r:id="rId29"/>
    <p:sldId id="2147481792" r:id="rId30"/>
    <p:sldId id="2147471794" r:id="rId31"/>
  </p:sldIdLst>
  <p:sldSz cx="12192000" cy="6858000"/>
  <p:notesSz cx="6797675" cy="9872663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96690A-5DD7-6320-D56B-EEB59791179C}" name="Iyer, Lalita" initials="LI" userId="S::lalita.iyer@accenture.com::d6fb4d87-7755-497f-8e86-b9e14e774e17" providerId="AD"/>
  <p188:author id="{2281F594-01BB-F165-FEA8-2930817B60E8}" name="Althmash Sayyed(CISO)" initials="AS" userId="S::althmash.sayyed@uti.co.in::f5725563-fe5b-43cf-acdc-940c114ef564" providerId="AD"/>
  <p188:author id="{9CD5B0CD-E4D1-AD17-DFAF-2CFCE8AD1761}" name="Sanket Dhonde" initials="" userId="S::sanket.dhonde@uti.co.in::ed1ba589-e53c-41d6-9803-d1137923021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thmash Sayyed" initials="" lastIdx="20" clrIdx="0">
    <p:extLst>
      <p:ext uri="{19B8F6BF-5375-455C-9EA6-DF929625EA0E}">
        <p15:presenceInfo xmlns:p15="http://schemas.microsoft.com/office/powerpoint/2012/main" userId="S::althmash.sayyed@uti.co.in::f5725563-fe5b-43cf-acdc-940c114ef564" providerId="AD"/>
      </p:ext>
    </p:extLst>
  </p:cmAuthor>
  <p:cmAuthor id="2" name="Bhushan Pawar" initials="BP" lastIdx="1" clrIdx="1">
    <p:extLst>
      <p:ext uri="{19B8F6BF-5375-455C-9EA6-DF929625EA0E}">
        <p15:presenceInfo xmlns:p15="http://schemas.microsoft.com/office/powerpoint/2012/main" userId="Bhushan Pawar" providerId="None"/>
      </p:ext>
    </p:extLst>
  </p:cmAuthor>
  <p:cmAuthor id="3" name="Sanket Dhonde" initials="SD" lastIdx="1" clrIdx="2">
    <p:extLst>
      <p:ext uri="{19B8F6BF-5375-455C-9EA6-DF929625EA0E}">
        <p15:presenceInfo xmlns:p15="http://schemas.microsoft.com/office/powerpoint/2012/main" userId="S::sanket.dhonde@uti.co.in::ed1ba589-e53c-41d6-9803-d1137923021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F9D"/>
    <a:srgbClr val="FCAF42"/>
    <a:srgbClr val="E5E5E5"/>
    <a:srgbClr val="ED7D31"/>
    <a:srgbClr val="047BC1"/>
    <a:srgbClr val="D3EEF8"/>
    <a:srgbClr val="F58634"/>
    <a:srgbClr val="8C8C8C"/>
    <a:srgbClr val="92D050"/>
    <a:srgbClr val="EB8B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32A7B5-BB2D-45FC-9517-B67489E18A12}" v="3705" dt="2026-07-07T04:44:49.747"/>
    <p1510:client id="{AD139E96-9112-4B90-B56B-3DA5B31B4DA3}" v="2909" dt="2026-07-07T04:39:55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0"/>
      </p:cViewPr>
      <p:guideLst>
        <p:guide orient="horz" pos="5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microsoft.com/office/2016/11/relationships/changesInfo" Target="changesInfos/changesInfo1.xml"/><Relationship Id="rId21" Type="http://schemas.openxmlformats.org/officeDocument/2006/relationships/slide" Target="slides/slide14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gs" Target="tags/tag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thmash Sayyed(CISO)" userId="f5725563-fe5b-43cf-acdc-940c114ef564" providerId="ADAL" clId="{1E044862-BEF6-4138-9157-565BDB21D29A}"/>
    <pc:docChg chg="undo custSel addSld delSld modSld">
      <pc:chgData name="Althmash Sayyed(CISO)" userId="f5725563-fe5b-43cf-acdc-940c114ef564" providerId="ADAL" clId="{1E044862-BEF6-4138-9157-565BDB21D29A}" dt="2026-07-07T04:39:55.322" v="62843"/>
      <pc:docMkLst>
        <pc:docMk/>
      </pc:docMkLst>
      <pc:sldChg chg="modSp mod">
        <pc:chgData name="Althmash Sayyed(CISO)" userId="f5725563-fe5b-43cf-acdc-940c114ef564" providerId="ADAL" clId="{1E044862-BEF6-4138-9157-565BDB21D29A}" dt="2026-07-07T04:39:55.322" v="62843"/>
        <pc:sldMkLst>
          <pc:docMk/>
          <pc:sldMk cId="3580854536" sldId="256"/>
        </pc:sldMkLst>
        <pc:spChg chg="mod ord modVis">
          <ac:chgData name="Althmash Sayyed(CISO)" userId="f5725563-fe5b-43cf-acdc-940c114ef564" providerId="ADAL" clId="{1E044862-BEF6-4138-9157-565BDB21D29A}" dt="2026-07-07T04:39:55.322" v="62843"/>
          <ac:spMkLst>
            <pc:docMk/>
            <pc:sldMk cId="3580854536" sldId="256"/>
            <ac:spMk id="5" creationId="{50FB65F1-784B-C170-6952-7BFA6616CA14}"/>
          </ac:spMkLst>
        </pc:spChg>
      </pc:sldChg>
      <pc:sldChg chg="modSp add mod">
        <pc:chgData name="Althmash Sayyed(CISO)" userId="f5725563-fe5b-43cf-acdc-940c114ef564" providerId="ADAL" clId="{1E044862-BEF6-4138-9157-565BDB21D29A}" dt="2026-07-07T04:14:07.882" v="59870" actId="20577"/>
        <pc:sldMkLst>
          <pc:docMk/>
          <pc:sldMk cId="2840566239" sldId="257"/>
        </pc:sldMkLst>
        <pc:spChg chg="mod">
          <ac:chgData name="Althmash Sayyed(CISO)" userId="f5725563-fe5b-43cf-acdc-940c114ef564" providerId="ADAL" clId="{1E044862-BEF6-4138-9157-565BDB21D29A}" dt="2026-07-07T04:14:07.882" v="59870" actId="20577"/>
          <ac:spMkLst>
            <pc:docMk/>
            <pc:sldMk cId="2840566239" sldId="257"/>
            <ac:spMk id="11" creationId="{94073F8E-2B32-7F38-3E14-E739DA87D4B2}"/>
          </ac:spMkLst>
        </pc:spChg>
        <pc:spChg chg="mod">
          <ac:chgData name="Althmash Sayyed(CISO)" userId="f5725563-fe5b-43cf-acdc-940c114ef564" providerId="ADAL" clId="{1E044862-BEF6-4138-9157-565BDB21D29A}" dt="2026-07-07T04:07:37.777" v="59656" actId="14100"/>
          <ac:spMkLst>
            <pc:docMk/>
            <pc:sldMk cId="2840566239" sldId="257"/>
            <ac:spMk id="30" creationId="{13CB0087-4FF4-4105-EB54-839E2E82A412}"/>
          </ac:spMkLst>
        </pc:spChg>
        <pc:grpChg chg="mod">
          <ac:chgData name="Althmash Sayyed(CISO)" userId="f5725563-fe5b-43cf-acdc-940c114ef564" providerId="ADAL" clId="{1E044862-BEF6-4138-9157-565BDB21D29A}" dt="2026-07-07T04:07:53.223" v="59727" actId="12788"/>
          <ac:grpSpMkLst>
            <pc:docMk/>
            <pc:sldMk cId="2840566239" sldId="257"/>
            <ac:grpSpMk id="39" creationId="{F0E3CC2E-7F5F-B01A-8FB4-61A94E57AE60}"/>
          </ac:grpSpMkLst>
        </pc:grpChg>
        <pc:grpChg chg="mod">
          <ac:chgData name="Althmash Sayyed(CISO)" userId="f5725563-fe5b-43cf-acdc-940c114ef564" providerId="ADAL" clId="{1E044862-BEF6-4138-9157-565BDB21D29A}" dt="2026-07-07T04:10:28.689" v="59798" actId="465"/>
          <ac:grpSpMkLst>
            <pc:docMk/>
            <pc:sldMk cId="2840566239" sldId="257"/>
            <ac:grpSpMk id="41" creationId="{452DD8DA-10A9-96AD-5EC6-8373690CDD9C}"/>
          </ac:grpSpMkLst>
        </pc:grpChg>
        <pc:grpChg chg="mod">
          <ac:chgData name="Althmash Sayyed(CISO)" userId="f5725563-fe5b-43cf-acdc-940c114ef564" providerId="ADAL" clId="{1E044862-BEF6-4138-9157-565BDB21D29A}" dt="2026-07-07T04:07:53.223" v="59727" actId="12788"/>
          <ac:grpSpMkLst>
            <pc:docMk/>
            <pc:sldMk cId="2840566239" sldId="257"/>
            <ac:grpSpMk id="42" creationId="{2095C3BC-7BF6-1F6A-219F-803401216681}"/>
          </ac:grpSpMkLst>
        </pc:grpChg>
      </pc:sldChg>
      <pc:sldChg chg="modSp mod">
        <pc:chgData name="Althmash Sayyed(CISO)" userId="f5725563-fe5b-43cf-acdc-940c114ef564" providerId="ADAL" clId="{1E044862-BEF6-4138-9157-565BDB21D29A}" dt="2026-07-07T04:03:38.827" v="59366" actId="20577"/>
        <pc:sldMkLst>
          <pc:docMk/>
          <pc:sldMk cId="437964142" sldId="258"/>
        </pc:sldMkLst>
        <pc:spChg chg="mod">
          <ac:chgData name="Althmash Sayyed(CISO)" userId="f5725563-fe5b-43cf-acdc-940c114ef564" providerId="ADAL" clId="{1E044862-BEF6-4138-9157-565BDB21D29A}" dt="2026-07-07T04:03:38.827" v="59366" actId="20577"/>
          <ac:spMkLst>
            <pc:docMk/>
            <pc:sldMk cId="437964142" sldId="258"/>
            <ac:spMk id="70" creationId="{00000000-0000-0000-0000-000000000000}"/>
          </ac:spMkLst>
        </pc:spChg>
      </pc:sldChg>
      <pc:sldChg chg="modSp mod">
        <pc:chgData name="Althmash Sayyed(CISO)" userId="f5725563-fe5b-43cf-acdc-940c114ef564" providerId="ADAL" clId="{1E044862-BEF6-4138-9157-565BDB21D29A}" dt="2026-07-02T08:40:32.891" v="14423" actId="20577"/>
        <pc:sldMkLst>
          <pc:docMk/>
          <pc:sldMk cId="3620600010" sldId="2145709181"/>
        </pc:sldMkLst>
        <pc:graphicFrameChg chg="mod modGraphic">
          <ac:chgData name="Althmash Sayyed(CISO)" userId="f5725563-fe5b-43cf-acdc-940c114ef564" providerId="ADAL" clId="{1E044862-BEF6-4138-9157-565BDB21D29A}" dt="2026-07-02T08:40:32.891" v="14423" actId="20577"/>
          <ac:graphicFrameMkLst>
            <pc:docMk/>
            <pc:sldMk cId="3620600010" sldId="2145709181"/>
            <ac:graphicFrameMk id="5" creationId="{83A43743-2A0C-ECC9-A05D-BE389DDFC770}"/>
          </ac:graphicFrameMkLst>
        </pc:graphicFrameChg>
      </pc:sldChg>
      <pc:sldChg chg="addSp delSp modSp mod">
        <pc:chgData name="Althmash Sayyed(CISO)" userId="f5725563-fe5b-43cf-acdc-940c114ef564" providerId="ADAL" clId="{1E044862-BEF6-4138-9157-565BDB21D29A}" dt="2026-07-07T04:39:54.297" v="62773" actId="20577"/>
        <pc:sldMkLst>
          <pc:docMk/>
          <pc:sldMk cId="2964335269" sldId="2147471693"/>
        </pc:sldMkLst>
        <pc:spChg chg="add del">
          <ac:chgData name="Althmash Sayyed(CISO)" userId="f5725563-fe5b-43cf-acdc-940c114ef564" providerId="ADAL" clId="{1E044862-BEF6-4138-9157-565BDB21D29A}" dt="2026-07-07T04:15:32.926" v="59942" actId="22"/>
          <ac:spMkLst>
            <pc:docMk/>
            <pc:sldMk cId="2964335269" sldId="2147471693"/>
            <ac:spMk id="5" creationId="{DC2C5E2E-1A31-6A1E-A231-BA005F387985}"/>
          </ac:spMkLst>
        </pc:spChg>
        <pc:graphicFrameChg chg="mod modGraphic">
          <ac:chgData name="Althmash Sayyed(CISO)" userId="f5725563-fe5b-43cf-acdc-940c114ef564" providerId="ADAL" clId="{1E044862-BEF6-4138-9157-565BDB21D29A}" dt="2026-07-07T04:39:54.297" v="62773" actId="20577"/>
          <ac:graphicFrameMkLst>
            <pc:docMk/>
            <pc:sldMk cId="2964335269" sldId="2147471693"/>
            <ac:graphicFrameMk id="4" creationId="{9B71A4E1-C233-4080-7D1A-A7D2E9EBC6FC}"/>
          </ac:graphicFrameMkLst>
        </pc:graphicFrameChg>
      </pc:sldChg>
      <pc:sldChg chg="modSp mod">
        <pc:chgData name="Althmash Sayyed(CISO)" userId="f5725563-fe5b-43cf-acdc-940c114ef564" providerId="ADAL" clId="{1E044862-BEF6-4138-9157-565BDB21D29A}" dt="2026-07-07T04:18:44.689" v="60920" actId="20577"/>
        <pc:sldMkLst>
          <pc:docMk/>
          <pc:sldMk cId="2070291257" sldId="2147471727"/>
        </pc:sldMkLst>
        <pc:graphicFrameChg chg="modGraphic">
          <ac:chgData name="Althmash Sayyed(CISO)" userId="f5725563-fe5b-43cf-acdc-940c114ef564" providerId="ADAL" clId="{1E044862-BEF6-4138-9157-565BDB21D29A}" dt="2026-07-07T04:18:44.689" v="60920" actId="20577"/>
          <ac:graphicFrameMkLst>
            <pc:docMk/>
            <pc:sldMk cId="2070291257" sldId="2147471727"/>
            <ac:graphicFrameMk id="11" creationId="{A44D2817-229A-103A-6D3E-D911F1E0884D}"/>
          </ac:graphicFrameMkLst>
        </pc:graphicFrameChg>
      </pc:sldChg>
      <pc:sldChg chg="delSp mod">
        <pc:chgData name="Althmash Sayyed(CISO)" userId="f5725563-fe5b-43cf-acdc-940c114ef564" providerId="ADAL" clId="{1E044862-BEF6-4138-9157-565BDB21D29A}" dt="2026-07-07T04:18:52.574" v="60991" actId="478"/>
        <pc:sldMkLst>
          <pc:docMk/>
          <pc:sldMk cId="906368877" sldId="2147471825"/>
        </pc:sldMkLst>
        <pc:graphicFrameChg chg="del">
          <ac:chgData name="Althmash Sayyed(CISO)" userId="f5725563-fe5b-43cf-acdc-940c114ef564" providerId="ADAL" clId="{1E044862-BEF6-4138-9157-565BDB21D29A}" dt="2026-07-07T04:18:52.574" v="60991" actId="478"/>
          <ac:graphicFrameMkLst>
            <pc:docMk/>
            <pc:sldMk cId="906368877" sldId="2147471825"/>
            <ac:graphicFrameMk id="2" creationId="{03C5174E-20AC-89F0-CCBB-1AEE7770C389}"/>
          </ac:graphicFrameMkLst>
        </pc:graphicFrameChg>
        <pc:graphicFrameChg chg="del">
          <ac:chgData name="Althmash Sayyed(CISO)" userId="f5725563-fe5b-43cf-acdc-940c114ef564" providerId="ADAL" clId="{1E044862-BEF6-4138-9157-565BDB21D29A}" dt="2026-07-07T04:18:52.574" v="60991" actId="478"/>
          <ac:graphicFrameMkLst>
            <pc:docMk/>
            <pc:sldMk cId="906368877" sldId="2147471825"/>
            <ac:graphicFrameMk id="5" creationId="{00000000-0000-0000-0000-000000000000}"/>
          </ac:graphicFrameMkLst>
        </pc:graphicFrameChg>
      </pc:sldChg>
      <pc:sldChg chg="new">
        <pc:chgData name="Althmash Sayyed(CISO)" userId="f5725563-fe5b-43cf-acdc-940c114ef564" providerId="ADAL" clId="{1E044862-BEF6-4138-9157-565BDB21D29A}" dt="2026-07-02T08:40:39.502" v="14425" actId="680"/>
        <pc:sldMkLst>
          <pc:docMk/>
          <pc:sldMk cId="2498447788" sldId="2147481792"/>
        </pc:sldMkLst>
      </pc:sldChg>
    </pc:docChg>
  </pc:docChgLst>
  <pc:docChgLst>
    <pc:chgData name="Sanket Dhonde" userId="ed1ba589-e53c-41d6-9803-d1137923021d" providerId="ADAL" clId="{FF65DE38-9340-4E6E-B2B8-11F018DBBF4E}"/>
    <pc:docChg chg="undo custSel addSld delSld modSld sldOrd">
      <pc:chgData name="Sanket Dhonde" userId="ed1ba589-e53c-41d6-9803-d1137923021d" providerId="ADAL" clId="{FF65DE38-9340-4E6E-B2B8-11F018DBBF4E}" dt="2026-07-03T09:58:30.644" v="65119"/>
      <pc:docMkLst>
        <pc:docMk/>
      </pc:docMkLst>
      <pc:sldChg chg="modSp mod">
        <pc:chgData name="Sanket Dhonde" userId="ed1ba589-e53c-41d6-9803-d1137923021d" providerId="ADAL" clId="{FF65DE38-9340-4E6E-B2B8-11F018DBBF4E}" dt="2026-07-03T09:58:30.644" v="65119"/>
        <pc:sldMkLst>
          <pc:docMk/>
          <pc:sldMk cId="3580854536" sldId="256"/>
        </pc:sldMkLst>
        <pc:spChg chg="mod ord modVis">
          <ac:chgData name="Sanket Dhonde" userId="ed1ba589-e53c-41d6-9803-d1137923021d" providerId="ADAL" clId="{FF65DE38-9340-4E6E-B2B8-11F018DBBF4E}" dt="2026-07-03T09:58:30.644" v="65119"/>
          <ac:spMkLst>
            <pc:docMk/>
            <pc:sldMk cId="3580854536" sldId="256"/>
            <ac:spMk id="5" creationId="{50FB65F1-784B-C170-6952-7BFA6616CA14}"/>
          </ac:spMkLst>
        </pc:spChg>
      </pc:sldChg>
      <pc:sldChg chg="modSp mod">
        <pc:chgData name="Sanket Dhonde" userId="ed1ba589-e53c-41d6-9803-d1137923021d" providerId="ADAL" clId="{FF65DE38-9340-4E6E-B2B8-11F018DBBF4E}" dt="2026-07-03T08:45:47.284" v="63819" actId="20577"/>
        <pc:sldMkLst>
          <pc:docMk/>
          <pc:sldMk cId="3620600010" sldId="2145709181"/>
        </pc:sldMkLst>
        <pc:spChg chg="mod">
          <ac:chgData name="Sanket Dhonde" userId="ed1ba589-e53c-41d6-9803-d1137923021d" providerId="ADAL" clId="{FF65DE38-9340-4E6E-B2B8-11F018DBBF4E}" dt="2026-07-03T08:45:47.284" v="63819" actId="20577"/>
          <ac:spMkLst>
            <pc:docMk/>
            <pc:sldMk cId="3620600010" sldId="2145709181"/>
            <ac:spMk id="4" creationId="{00000000-0000-0000-0000-000000000000}"/>
          </ac:spMkLst>
        </pc:spChg>
        <pc:graphicFrameChg chg="mod modGraphic">
          <ac:chgData name="Sanket Dhonde" userId="ed1ba589-e53c-41d6-9803-d1137923021d" providerId="ADAL" clId="{FF65DE38-9340-4E6E-B2B8-11F018DBBF4E}" dt="2026-07-03T08:45:32.255" v="63743" actId="20577"/>
          <ac:graphicFrameMkLst>
            <pc:docMk/>
            <pc:sldMk cId="3620600010" sldId="2145709181"/>
            <ac:graphicFrameMk id="5" creationId="{83A43743-2A0C-ECC9-A05D-BE389DDFC770}"/>
          </ac:graphicFrameMkLst>
        </pc:graphicFrameChg>
      </pc:sldChg>
      <pc:sldChg chg="addSp modSp add mod">
        <pc:chgData name="Sanket Dhonde" userId="ed1ba589-e53c-41d6-9803-d1137923021d" providerId="ADAL" clId="{FF65DE38-9340-4E6E-B2B8-11F018DBBF4E}" dt="2026-07-03T09:20:23.782" v="64531" actId="1076"/>
        <pc:sldMkLst>
          <pc:docMk/>
          <pc:sldMk cId="2070291257" sldId="2147471727"/>
        </pc:sldMkLst>
        <pc:spChg chg="mod">
          <ac:chgData name="Sanket Dhonde" userId="ed1ba589-e53c-41d6-9803-d1137923021d" providerId="ADAL" clId="{FF65DE38-9340-4E6E-B2B8-11F018DBBF4E}" dt="2026-07-03T09:20:00.542" v="64438" actId="164"/>
          <ac:spMkLst>
            <pc:docMk/>
            <pc:sldMk cId="2070291257" sldId="2147471727"/>
            <ac:spMk id="4" creationId="{6210E5B0-BFA9-9397-1763-32482DC95F93}"/>
          </ac:spMkLst>
        </pc:spChg>
        <pc:spChg chg="mod">
          <ac:chgData name="Sanket Dhonde" userId="ed1ba589-e53c-41d6-9803-d1137923021d" providerId="ADAL" clId="{FF65DE38-9340-4E6E-B2B8-11F018DBBF4E}" dt="2026-07-03T09:20:00.542" v="64438" actId="164"/>
          <ac:spMkLst>
            <pc:docMk/>
            <pc:sldMk cId="2070291257" sldId="2147471727"/>
            <ac:spMk id="5" creationId="{71E9BEDA-1AAE-F6FB-32B1-7AA4BF7EFA23}"/>
          </ac:spMkLst>
        </pc:spChg>
        <pc:spChg chg="mod">
          <ac:chgData name="Sanket Dhonde" userId="ed1ba589-e53c-41d6-9803-d1137923021d" providerId="ADAL" clId="{FF65DE38-9340-4E6E-B2B8-11F018DBBF4E}" dt="2026-07-03T09:20:00.542" v="64438" actId="164"/>
          <ac:spMkLst>
            <pc:docMk/>
            <pc:sldMk cId="2070291257" sldId="2147471727"/>
            <ac:spMk id="6" creationId="{C313CB29-65A3-2814-1FD4-89F579518C70}"/>
          </ac:spMkLst>
        </pc:spChg>
        <pc:spChg chg="mod">
          <ac:chgData name="Sanket Dhonde" userId="ed1ba589-e53c-41d6-9803-d1137923021d" providerId="ADAL" clId="{FF65DE38-9340-4E6E-B2B8-11F018DBBF4E}" dt="2026-07-03T09:20:00.542" v="64438" actId="164"/>
          <ac:spMkLst>
            <pc:docMk/>
            <pc:sldMk cId="2070291257" sldId="2147471727"/>
            <ac:spMk id="7" creationId="{6CC26034-428C-E9C8-ABB4-90C8B934DE4D}"/>
          </ac:spMkLst>
        </pc:spChg>
        <pc:spChg chg="mod">
          <ac:chgData name="Sanket Dhonde" userId="ed1ba589-e53c-41d6-9803-d1137923021d" providerId="ADAL" clId="{FF65DE38-9340-4E6E-B2B8-11F018DBBF4E}" dt="2026-07-03T09:20:00.542" v="64438" actId="164"/>
          <ac:spMkLst>
            <pc:docMk/>
            <pc:sldMk cId="2070291257" sldId="2147471727"/>
            <ac:spMk id="8" creationId="{FEBA659F-A546-8FB7-8D57-7FAFF5BC4BD1}"/>
          </ac:spMkLst>
        </pc:spChg>
        <pc:spChg chg="mod">
          <ac:chgData name="Sanket Dhonde" userId="ed1ba589-e53c-41d6-9803-d1137923021d" providerId="ADAL" clId="{FF65DE38-9340-4E6E-B2B8-11F018DBBF4E}" dt="2026-07-03T09:20:00.542" v="64438" actId="164"/>
          <ac:spMkLst>
            <pc:docMk/>
            <pc:sldMk cId="2070291257" sldId="2147471727"/>
            <ac:spMk id="9" creationId="{92C07EC2-F694-93B7-BA07-8D6A920FB2A7}"/>
          </ac:spMkLst>
        </pc:spChg>
        <pc:spChg chg="mod">
          <ac:chgData name="Sanket Dhonde" userId="ed1ba589-e53c-41d6-9803-d1137923021d" providerId="ADAL" clId="{FF65DE38-9340-4E6E-B2B8-11F018DBBF4E}" dt="2026-07-03T09:20:00.542" v="64438" actId="164"/>
          <ac:spMkLst>
            <pc:docMk/>
            <pc:sldMk cId="2070291257" sldId="2147471727"/>
            <ac:spMk id="10" creationId="{2D37EB3F-E303-E335-4D3F-3632E5D08BBD}"/>
          </ac:spMkLst>
        </pc:spChg>
        <pc:spChg chg="mod">
          <ac:chgData name="Sanket Dhonde" userId="ed1ba589-e53c-41d6-9803-d1137923021d" providerId="ADAL" clId="{FF65DE38-9340-4E6E-B2B8-11F018DBBF4E}" dt="2026-07-03T09:20:00.542" v="64438" actId="164"/>
          <ac:spMkLst>
            <pc:docMk/>
            <pc:sldMk cId="2070291257" sldId="2147471727"/>
            <ac:spMk id="12" creationId="{A7FC76C3-3EF8-19AB-873E-2DC12E6B84DB}"/>
          </ac:spMkLst>
        </pc:spChg>
        <pc:spChg chg="mod">
          <ac:chgData name="Sanket Dhonde" userId="ed1ba589-e53c-41d6-9803-d1137923021d" providerId="ADAL" clId="{FF65DE38-9340-4E6E-B2B8-11F018DBBF4E}" dt="2026-07-03T09:20:00.542" v="64438" actId="164"/>
          <ac:spMkLst>
            <pc:docMk/>
            <pc:sldMk cId="2070291257" sldId="2147471727"/>
            <ac:spMk id="13" creationId="{8ABF324B-6A11-CD12-55FB-F06D7F37DE6C}"/>
          </ac:spMkLst>
        </pc:spChg>
        <pc:grpChg chg="add mod">
          <ac:chgData name="Sanket Dhonde" userId="ed1ba589-e53c-41d6-9803-d1137923021d" providerId="ADAL" clId="{FF65DE38-9340-4E6E-B2B8-11F018DBBF4E}" dt="2026-07-03T09:20:17.123" v="64530" actId="1035"/>
          <ac:grpSpMkLst>
            <pc:docMk/>
            <pc:sldMk cId="2070291257" sldId="2147471727"/>
            <ac:grpSpMk id="2" creationId="{454EAD34-3B70-5E8A-33F6-383EAC045318}"/>
          </ac:grpSpMkLst>
        </pc:grpChg>
        <pc:graphicFrameChg chg="mod modGraphic">
          <ac:chgData name="Sanket Dhonde" userId="ed1ba589-e53c-41d6-9803-d1137923021d" providerId="ADAL" clId="{FF65DE38-9340-4E6E-B2B8-11F018DBBF4E}" dt="2026-07-03T09:20:23.782" v="64531" actId="1076"/>
          <ac:graphicFrameMkLst>
            <pc:docMk/>
            <pc:sldMk cId="2070291257" sldId="2147471727"/>
            <ac:graphicFrameMk id="11" creationId="{A44D2817-229A-103A-6D3E-D911F1E0884D}"/>
          </ac:graphicFrameMkLst>
        </pc:graphicFrameChg>
      </pc:sldChg>
      <pc:sldChg chg="modSp mod">
        <pc:chgData name="Sanket Dhonde" userId="ed1ba589-e53c-41d6-9803-d1137923021d" providerId="ADAL" clId="{FF65DE38-9340-4E6E-B2B8-11F018DBBF4E}" dt="2026-07-03T09:58:21.730" v="65049" actId="20577"/>
        <pc:sldMkLst>
          <pc:docMk/>
          <pc:sldMk cId="309635179" sldId="2147471787"/>
        </pc:sldMkLst>
        <pc:spChg chg="mod">
          <ac:chgData name="Sanket Dhonde" userId="ed1ba589-e53c-41d6-9803-d1137923021d" providerId="ADAL" clId="{FF65DE38-9340-4E6E-B2B8-11F018DBBF4E}" dt="2026-07-03T09:58:21.730" v="65049" actId="20577"/>
          <ac:spMkLst>
            <pc:docMk/>
            <pc:sldMk cId="309635179" sldId="2147471787"/>
            <ac:spMk id="24" creationId="{B2283E6D-50C4-02BC-6974-F5A60B4B7E23}"/>
          </ac:spMkLst>
        </pc:spChg>
        <pc:spChg chg="mod">
          <ac:chgData name="Sanket Dhonde" userId="ed1ba589-e53c-41d6-9803-d1137923021d" providerId="ADAL" clId="{FF65DE38-9340-4E6E-B2B8-11F018DBBF4E}" dt="2026-07-03T09:21:39.585" v="64755" actId="20577"/>
          <ac:spMkLst>
            <pc:docMk/>
            <pc:sldMk cId="309635179" sldId="2147471787"/>
            <ac:spMk id="29" creationId="{F18A9940-5A6A-2DE6-7607-4B76179E3E92}"/>
          </ac:spMkLst>
        </pc:spChg>
        <pc:spChg chg="mod">
          <ac:chgData name="Sanket Dhonde" userId="ed1ba589-e53c-41d6-9803-d1137923021d" providerId="ADAL" clId="{FF65DE38-9340-4E6E-B2B8-11F018DBBF4E}" dt="2026-07-03T09:22:00.343" v="64905" actId="115"/>
          <ac:spMkLst>
            <pc:docMk/>
            <pc:sldMk cId="309635179" sldId="2147471787"/>
            <ac:spMk id="36" creationId="{96E3DDF6-131F-ED37-93FD-3063E13FE9F7}"/>
          </ac:spMkLst>
        </pc:spChg>
      </pc:sldChg>
      <pc:sldChg chg="modSp mod">
        <pc:chgData name="Sanket Dhonde" userId="ed1ba589-e53c-41d6-9803-d1137923021d" providerId="ADAL" clId="{FF65DE38-9340-4E6E-B2B8-11F018DBBF4E}" dt="2026-07-03T05:21:34.049" v="4673" actId="20577"/>
        <pc:sldMkLst>
          <pc:docMk/>
          <pc:sldMk cId="1137829464" sldId="2147471792"/>
        </pc:sldMkLst>
        <pc:spChg chg="mod">
          <ac:chgData name="Sanket Dhonde" userId="ed1ba589-e53c-41d6-9803-d1137923021d" providerId="ADAL" clId="{FF65DE38-9340-4E6E-B2B8-11F018DBBF4E}" dt="2026-07-03T05:21:34.049" v="4673" actId="20577"/>
          <ac:spMkLst>
            <pc:docMk/>
            <pc:sldMk cId="1137829464" sldId="2147471792"/>
            <ac:spMk id="3" creationId="{00000000-0000-0000-0000-000000000000}"/>
          </ac:spMkLst>
        </pc:spChg>
      </pc:sldChg>
      <pc:sldChg chg="addSp modSp mod">
        <pc:chgData name="Sanket Dhonde" userId="ed1ba589-e53c-41d6-9803-d1137923021d" providerId="ADAL" clId="{FF65DE38-9340-4E6E-B2B8-11F018DBBF4E}" dt="2026-07-03T05:18:20.356" v="3165" actId="1076"/>
        <pc:sldMkLst>
          <pc:docMk/>
          <pc:sldMk cId="2041720919" sldId="2147471794"/>
        </pc:sldMkLst>
        <pc:graphicFrameChg chg="add mod">
          <ac:chgData name="Sanket Dhonde" userId="ed1ba589-e53c-41d6-9803-d1137923021d" providerId="ADAL" clId="{FF65DE38-9340-4E6E-B2B8-11F018DBBF4E}" dt="2026-07-03T05:17:26.648" v="2791" actId="1076"/>
          <ac:graphicFrameMkLst>
            <pc:docMk/>
            <pc:sldMk cId="2041720919" sldId="2147471794"/>
            <ac:graphicFrameMk id="2" creationId="{41256495-6499-8B78-F57F-D59698E19A56}"/>
          </ac:graphicFrameMkLst>
        </pc:graphicFrameChg>
        <pc:graphicFrameChg chg="mod modGraphic">
          <ac:chgData name="Sanket Dhonde" userId="ed1ba589-e53c-41d6-9803-d1137923021d" providerId="ADAL" clId="{FF65DE38-9340-4E6E-B2B8-11F018DBBF4E}" dt="2026-07-03T05:16:36.139" v="2475" actId="108"/>
          <ac:graphicFrameMkLst>
            <pc:docMk/>
            <pc:sldMk cId="2041720919" sldId="2147471794"/>
            <ac:graphicFrameMk id="4" creationId="{895379B6-FFD2-C8E3-50D7-FD44F4BFE5A9}"/>
          </ac:graphicFrameMkLst>
        </pc:graphicFrameChg>
        <pc:graphicFrameChg chg="add mod">
          <ac:chgData name="Sanket Dhonde" userId="ed1ba589-e53c-41d6-9803-d1137923021d" providerId="ADAL" clId="{FF65DE38-9340-4E6E-B2B8-11F018DBBF4E}" dt="2026-07-03T05:18:20.356" v="3165" actId="1076"/>
          <ac:graphicFrameMkLst>
            <pc:docMk/>
            <pc:sldMk cId="2041720919" sldId="2147471794"/>
            <ac:graphicFrameMk id="6" creationId="{E6795755-2389-5B20-5520-26B0856D4C26}"/>
          </ac:graphicFrameMkLst>
        </pc:graphicFrameChg>
        <pc:graphicFrameChg chg="mod">
          <ac:chgData name="Sanket Dhonde" userId="ed1ba589-e53c-41d6-9803-d1137923021d" providerId="ADAL" clId="{FF65DE38-9340-4E6E-B2B8-11F018DBBF4E}" dt="2026-07-03T05:10:16.144" v="1"/>
          <ac:graphicFrameMkLst>
            <pc:docMk/>
            <pc:sldMk cId="2041720919" sldId="2147471794"/>
            <ac:graphicFrameMk id="8" creationId="{D7DB785C-D9A9-0C43-EEA1-3E2042A561A8}"/>
          </ac:graphicFrameMkLst>
        </pc:graphicFrameChg>
      </pc:sldChg>
      <pc:sldChg chg="modSp mod">
        <pc:chgData name="Sanket Dhonde" userId="ed1ba589-e53c-41d6-9803-d1137923021d" providerId="ADAL" clId="{FF65DE38-9340-4E6E-B2B8-11F018DBBF4E}" dt="2026-07-03T05:21:43.308" v="4753" actId="20577"/>
        <pc:sldMkLst>
          <pc:docMk/>
          <pc:sldMk cId="1382673295" sldId="2147471819"/>
        </pc:sldMkLst>
        <pc:spChg chg="mod">
          <ac:chgData name="Sanket Dhonde" userId="ed1ba589-e53c-41d6-9803-d1137923021d" providerId="ADAL" clId="{FF65DE38-9340-4E6E-B2B8-11F018DBBF4E}" dt="2026-07-03T05:21:43.308" v="4753" actId="20577"/>
          <ac:spMkLst>
            <pc:docMk/>
            <pc:sldMk cId="1382673295" sldId="2147471819"/>
            <ac:spMk id="3" creationId="{F2915F00-B0D7-7EDB-C0B2-1529CB15E2E9}"/>
          </ac:spMkLst>
        </pc:spChg>
        <pc:graphicFrameChg chg="modGraphic">
          <ac:chgData name="Sanket Dhonde" userId="ed1ba589-e53c-41d6-9803-d1137923021d" providerId="ADAL" clId="{FF65DE38-9340-4E6E-B2B8-11F018DBBF4E}" dt="2026-07-03T05:12:39.281" v="791" actId="20577"/>
          <ac:graphicFrameMkLst>
            <pc:docMk/>
            <pc:sldMk cId="1382673295" sldId="2147471819"/>
            <ac:graphicFrameMk id="8" creationId="{8BDE6C80-9F93-ADAF-4C61-4D672D82D8FE}"/>
          </ac:graphicFrameMkLst>
        </pc:graphicFrameChg>
      </pc:sldChg>
      <pc:sldChg chg="modSp add mod">
        <pc:chgData name="Sanket Dhonde" userId="ed1ba589-e53c-41d6-9803-d1137923021d" providerId="ADAL" clId="{FF65DE38-9340-4E6E-B2B8-11F018DBBF4E}" dt="2026-07-03T06:39:42.974" v="38185" actId="6549"/>
        <pc:sldMkLst>
          <pc:docMk/>
          <pc:sldMk cId="906368877" sldId="2147471825"/>
        </pc:sldMkLst>
        <pc:spChg chg="mod">
          <ac:chgData name="Sanket Dhonde" userId="ed1ba589-e53c-41d6-9803-d1137923021d" providerId="ADAL" clId="{FF65DE38-9340-4E6E-B2B8-11F018DBBF4E}" dt="2026-07-03T06:03:18.895" v="22473"/>
          <ac:spMkLst>
            <pc:docMk/>
            <pc:sldMk cId="906368877" sldId="2147471825"/>
            <ac:spMk id="3" creationId="{00000000-0000-0000-0000-000000000000}"/>
          </ac:spMkLst>
        </pc:spChg>
        <pc:graphicFrameChg chg="modGraphic">
          <ac:chgData name="Sanket Dhonde" userId="ed1ba589-e53c-41d6-9803-d1137923021d" providerId="ADAL" clId="{FF65DE38-9340-4E6E-B2B8-11F018DBBF4E}" dt="2026-07-03T06:39:42.974" v="38185" actId="6549"/>
          <ac:graphicFrameMkLst>
            <pc:docMk/>
            <pc:sldMk cId="906368877" sldId="2147471825"/>
            <ac:graphicFrameMk id="2" creationId="{03C5174E-20AC-89F0-CCBB-1AEE7770C389}"/>
          </ac:graphicFrameMkLst>
        </pc:graphicFrameChg>
        <pc:graphicFrameChg chg="modGraphic">
          <ac:chgData name="Sanket Dhonde" userId="ed1ba589-e53c-41d6-9803-d1137923021d" providerId="ADAL" clId="{FF65DE38-9340-4E6E-B2B8-11F018DBBF4E}" dt="2026-07-03T06:39:39.956" v="38184" actId="6549"/>
          <ac:graphicFrameMkLst>
            <pc:docMk/>
            <pc:sldMk cId="906368877" sldId="2147471825"/>
            <ac:graphicFrameMk id="5" creationId="{00000000-0000-0000-0000-000000000000}"/>
          </ac:graphicFrameMkLst>
        </pc:graphicFrameChg>
      </pc:sldChg>
      <pc:sldChg chg="modSp mod">
        <pc:chgData name="Sanket Dhonde" userId="ed1ba589-e53c-41d6-9803-d1137923021d" providerId="ADAL" clId="{FF65DE38-9340-4E6E-B2B8-11F018DBBF4E}" dt="2026-07-03T05:21:16.494" v="4523" actId="20577"/>
        <pc:sldMkLst>
          <pc:docMk/>
          <pc:sldMk cId="2748078141" sldId="2147481787"/>
        </pc:sldMkLst>
        <pc:spChg chg="mod">
          <ac:chgData name="Sanket Dhonde" userId="ed1ba589-e53c-41d6-9803-d1137923021d" providerId="ADAL" clId="{FF65DE38-9340-4E6E-B2B8-11F018DBBF4E}" dt="2026-07-03T05:21:16.494" v="4523" actId="20577"/>
          <ac:spMkLst>
            <pc:docMk/>
            <pc:sldMk cId="2748078141" sldId="2147481787"/>
            <ac:spMk id="3" creationId="{FAC2108A-5F22-C0FF-0414-D6AD473E2973}"/>
          </ac:spMkLst>
        </pc:spChg>
        <pc:graphicFrameChg chg="mod modGraphic">
          <ac:chgData name="Sanket Dhonde" userId="ed1ba589-e53c-41d6-9803-d1137923021d" providerId="ADAL" clId="{FF65DE38-9340-4E6E-B2B8-11F018DBBF4E}" dt="2026-07-03T05:21:08.593" v="4451" actId="120"/>
          <ac:graphicFrameMkLst>
            <pc:docMk/>
            <pc:sldMk cId="2748078141" sldId="2147481787"/>
            <ac:graphicFrameMk id="6" creationId="{09FBF781-1CF6-13FA-A1C4-CF35EF6AC54C}"/>
          </ac:graphicFrameMkLst>
        </pc:graphicFrameChg>
      </pc:sldChg>
      <pc:sldChg chg="addSp delSp modSp mod">
        <pc:chgData name="Sanket Dhonde" userId="ed1ba589-e53c-41d6-9803-d1137923021d" providerId="ADAL" clId="{FF65DE38-9340-4E6E-B2B8-11F018DBBF4E}" dt="2026-07-03T08:53:14.498" v="64110" actId="6549"/>
        <pc:sldMkLst>
          <pc:docMk/>
          <pc:sldMk cId="2498447788" sldId="2147481792"/>
        </pc:sldMkLst>
        <pc:spChg chg="mod">
          <ac:chgData name="Sanket Dhonde" userId="ed1ba589-e53c-41d6-9803-d1137923021d" providerId="ADAL" clId="{FF65DE38-9340-4E6E-B2B8-11F018DBBF4E}" dt="2026-07-03T08:52:57.927" v="63967" actId="20577"/>
          <ac:spMkLst>
            <pc:docMk/>
            <pc:sldMk cId="2498447788" sldId="2147481792"/>
            <ac:spMk id="3" creationId="{3029D08F-7F56-B2B9-9109-31C4A1C01098}"/>
          </ac:spMkLst>
        </pc:spChg>
        <pc:graphicFrameChg chg="add mod modGraphic">
          <ac:chgData name="Sanket Dhonde" userId="ed1ba589-e53c-41d6-9803-d1137923021d" providerId="ADAL" clId="{FF65DE38-9340-4E6E-B2B8-11F018DBBF4E}" dt="2026-07-03T08:53:14.498" v="64110" actId="6549"/>
          <ac:graphicFrameMkLst>
            <pc:docMk/>
            <pc:sldMk cId="2498447788" sldId="2147481792"/>
            <ac:graphicFrameMk id="4" creationId="{89DDCB95-9B28-CD50-71E1-FBC6CC9FE35D}"/>
          </ac:graphicFrameMkLst>
        </pc:graphicFrameChg>
      </pc:sldChg>
      <pc:sldChg chg="addSp delSp modSp add mod">
        <pc:chgData name="Sanket Dhonde" userId="ed1ba589-e53c-41d6-9803-d1137923021d" providerId="ADAL" clId="{FF65DE38-9340-4E6E-B2B8-11F018DBBF4E}" dt="2026-07-03T08:44:20.260" v="63503" actId="14100"/>
        <pc:sldMkLst>
          <pc:docMk/>
          <pc:sldMk cId="243151640" sldId="2147481793"/>
        </pc:sldMkLst>
        <pc:graphicFrameChg chg="add del mod modGraphic">
          <ac:chgData name="Sanket Dhonde" userId="ed1ba589-e53c-41d6-9803-d1137923021d" providerId="ADAL" clId="{FF65DE38-9340-4E6E-B2B8-11F018DBBF4E}" dt="2026-07-03T08:44:20.260" v="63503" actId="14100"/>
          <ac:graphicFrameMkLst>
            <pc:docMk/>
            <pc:sldMk cId="243151640" sldId="2147481793"/>
            <ac:graphicFrameMk id="5" creationId="{D9F51DF8-431A-95AA-1A48-02BFE608D087}"/>
          </ac:graphicFrameMkLst>
        </pc:graphicFrameChg>
      </pc:sldChg>
      <pc:sldChg chg="modSp add mod">
        <pc:chgData name="Sanket Dhonde" userId="ed1ba589-e53c-41d6-9803-d1137923021d" providerId="ADAL" clId="{FF65DE38-9340-4E6E-B2B8-11F018DBBF4E}" dt="2026-07-03T08:52:38.610" v="63891" actId="20577"/>
        <pc:sldMkLst>
          <pc:docMk/>
          <pc:sldMk cId="2310508005" sldId="2147481794"/>
        </pc:sldMkLst>
        <pc:graphicFrameChg chg="mod modGraphic">
          <ac:chgData name="Sanket Dhonde" userId="ed1ba589-e53c-41d6-9803-d1137923021d" providerId="ADAL" clId="{FF65DE38-9340-4E6E-B2B8-11F018DBBF4E}" dt="2026-07-03T08:52:38.610" v="63891" actId="20577"/>
          <ac:graphicFrameMkLst>
            <pc:docMk/>
            <pc:sldMk cId="2310508005" sldId="2147481794"/>
            <ac:graphicFrameMk id="5" creationId="{30D72DBB-A585-8A64-9D54-FA62A787472A}"/>
          </ac:graphicFrameMkLst>
        </pc:graphicFrameChg>
      </pc:sldChg>
    </pc:docChg>
  </pc:docChgLst>
  <pc:docChgLst>
    <pc:chgData name="Parimal Avhad" userId="e3c66b79-65a0-48fe-a5fd-787f8e86c869" providerId="ADAL" clId="{E0B338B6-388B-4F16-AFAF-7B1AF062B56F}"/>
    <pc:docChg chg="custSel modSld">
      <pc:chgData name="Parimal Avhad" userId="e3c66b79-65a0-48fe-a5fd-787f8e86c869" providerId="ADAL" clId="{E0B338B6-388B-4F16-AFAF-7B1AF062B56F}" dt="2026-07-07T04:44:49.731" v="3610"/>
      <pc:docMkLst>
        <pc:docMk/>
      </pc:docMkLst>
      <pc:sldChg chg="modSp mod">
        <pc:chgData name="Parimal Avhad" userId="e3c66b79-65a0-48fe-a5fd-787f8e86c869" providerId="ADAL" clId="{E0B338B6-388B-4F16-AFAF-7B1AF062B56F}" dt="2026-07-07T04:44:49.731" v="3610"/>
        <pc:sldMkLst>
          <pc:docMk/>
          <pc:sldMk cId="3580854536" sldId="256"/>
        </pc:sldMkLst>
        <pc:spChg chg="mod ord modVis">
          <ac:chgData name="Parimal Avhad" userId="e3c66b79-65a0-48fe-a5fd-787f8e86c869" providerId="ADAL" clId="{E0B338B6-388B-4F16-AFAF-7B1AF062B56F}" dt="2026-07-07T04:44:49.731" v="3610"/>
          <ac:spMkLst>
            <pc:docMk/>
            <pc:sldMk cId="3580854536" sldId="256"/>
            <ac:spMk id="5" creationId="{50FB65F1-784B-C170-6952-7BFA6616CA14}"/>
          </ac:spMkLst>
        </pc:spChg>
      </pc:sldChg>
      <pc:sldChg chg="modSp mod">
        <pc:chgData name="Parimal Avhad" userId="e3c66b79-65a0-48fe-a5fd-787f8e86c869" providerId="ADAL" clId="{E0B338B6-388B-4F16-AFAF-7B1AF062B56F}" dt="2026-07-07T04:44:48.937" v="3540" actId="20577"/>
        <pc:sldMkLst>
          <pc:docMk/>
          <pc:sldMk cId="2070291257" sldId="2147471727"/>
        </pc:sldMkLst>
        <pc:graphicFrameChg chg="mod modGraphic">
          <ac:chgData name="Parimal Avhad" userId="e3c66b79-65a0-48fe-a5fd-787f8e86c869" providerId="ADAL" clId="{E0B338B6-388B-4F16-AFAF-7B1AF062B56F}" dt="2026-07-07T04:44:48.937" v="3540" actId="20577"/>
          <ac:graphicFrameMkLst>
            <pc:docMk/>
            <pc:sldMk cId="2070291257" sldId="2147471727"/>
            <ac:graphicFrameMk id="11" creationId="{A44D2817-229A-103A-6D3E-D911F1E0884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5661" cy="495349"/>
          </a:xfrm>
          <a:prstGeom prst="rect">
            <a:avLst/>
          </a:prstGeom>
        </p:spPr>
        <p:txBody>
          <a:bodyPr vert="horz" lIns="92189" tIns="46094" rIns="92189" bIns="46094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61" cy="495349"/>
          </a:xfrm>
          <a:prstGeom prst="rect">
            <a:avLst/>
          </a:prstGeom>
        </p:spPr>
        <p:txBody>
          <a:bodyPr vert="horz" lIns="92189" tIns="46094" rIns="92189" bIns="46094" rtlCol="0"/>
          <a:lstStyle>
            <a:lvl1pPr algn="r">
              <a:defRPr sz="1200"/>
            </a:lvl1pPr>
          </a:lstStyle>
          <a:p>
            <a:fld id="{56ABE248-A53B-4843-B542-2556E2C12EBD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36663"/>
            <a:ext cx="5918200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89" tIns="46094" rIns="92189" bIns="46094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9" y="4751222"/>
            <a:ext cx="5438140" cy="3887360"/>
          </a:xfrm>
          <a:prstGeom prst="rect">
            <a:avLst/>
          </a:prstGeom>
        </p:spPr>
        <p:txBody>
          <a:bodyPr vert="horz" lIns="92189" tIns="46094" rIns="92189" bIns="4609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377325"/>
            <a:ext cx="2945661" cy="495348"/>
          </a:xfrm>
          <a:prstGeom prst="rect">
            <a:avLst/>
          </a:prstGeom>
        </p:spPr>
        <p:txBody>
          <a:bodyPr vert="horz" lIns="92189" tIns="46094" rIns="92189" bIns="46094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377325"/>
            <a:ext cx="2945661" cy="495348"/>
          </a:xfrm>
          <a:prstGeom prst="rect">
            <a:avLst/>
          </a:prstGeom>
        </p:spPr>
        <p:txBody>
          <a:bodyPr vert="horz" lIns="92189" tIns="46094" rIns="92189" bIns="46094" rtlCol="0" anchor="b"/>
          <a:lstStyle>
            <a:lvl1pPr algn="r">
              <a:defRPr sz="1200"/>
            </a:lvl1pPr>
          </a:lstStyle>
          <a:p>
            <a:fld id="{A11055AD-80CA-4718-9460-156A3E90C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536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271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21897">
              <a:defRPr/>
            </a:pPr>
            <a:fld id="{2CA3AB2B-189A-4C92-A457-C6A3833631A7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21897">
                <a:defRPr/>
              </a:pPr>
              <a:t>2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52169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52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356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A75B-99FE-B4C4-CAEB-1AA5B00F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7291-4CF6-F3AE-1056-98FBD2AD6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7EEFE-8A43-77A4-709A-B8D0DB7FF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3B2B9-5B05-B6F5-62F3-C1722C844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6A2ED-6357-4C21-A5F8-73349D84DDD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683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708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22EF0-431F-9454-5F78-04769530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241C7-3093-14AC-A00A-8E25EF683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A4BE0-0691-B559-62A1-B59BFA582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25C4E-2660-658D-0451-B9333B545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200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272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204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271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406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905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5EE74-0952-8902-45F8-6BD1FBB3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C2E83-3604-71CA-6EDB-276CCB65A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A89AA-9F04-B7CF-A7F8-D341E451E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Objective-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795BA-36B9-6077-0705-101FC101D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1897">
              <a:defRPr/>
            </a:pPr>
            <a:fld id="{A11055AD-80CA-4718-9460-156A3E90C0AB}" type="slidenum">
              <a:rPr lang="en-IN">
                <a:solidFill>
                  <a:prstClr val="black"/>
                </a:solidFill>
                <a:latin typeface="Calibri" panose="020F0502020204030204"/>
              </a:rPr>
              <a:pPr defTabSz="921897">
                <a:defRPr/>
              </a:pPr>
              <a:t>13</a:t>
            </a:fld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99010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0338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FA2F3-AE24-52EA-8618-2488C54C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81A49-2689-3419-F44A-CDB9DCBB0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28358-8C54-C5C2-52BE-8B2B6AEA2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63C78-74B5-1EB1-0097-B0F0F0A89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8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1055AD-80CA-4718-9460-156A3E90C0AB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81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0227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5EE74-0952-8902-45F8-6BD1FBB3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C2E83-3604-71CA-6EDB-276CCB65A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A89AA-9F04-B7CF-A7F8-D341E451E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795BA-36B9-6077-0705-101FC101D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1897">
              <a:defRPr/>
            </a:pPr>
            <a:fld id="{A11055AD-80CA-4718-9460-156A3E90C0AB}" type="slidenum">
              <a:rPr lang="en-IN">
                <a:solidFill>
                  <a:prstClr val="black"/>
                </a:solidFill>
                <a:latin typeface="Calibri" panose="020F0502020204030204"/>
              </a:rPr>
              <a:pPr defTabSz="921897">
                <a:defRPr/>
              </a:pPr>
              <a:t>16</a:t>
            </a:fld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45469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764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2664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1D65-3BBD-4BF2-5AA1-0C9078B5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ABF0E-187C-ED27-310C-335A23E3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033F5-A11A-5913-44C2-AC6852EB8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776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43A8-8DF8-8E89-EB0E-ECBA40F08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12D15-B2E0-0443-7588-1C2160C4A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20E14-CC0D-EF1C-2907-9D0E7F28A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8195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498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1055AD-80CA-4718-9460-156A3E90C0AB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58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SlideMaster.Custom LayoutFooter" descr="Information Classification: UTI AMC - Confidential">
            <a:extLst>
              <a:ext uri="{FF2B5EF4-FFF2-40B4-BE49-F238E27FC236}">
                <a16:creationId xmlns:a16="http://schemas.microsoft.com/office/drawing/2014/main" id="{6DB4852E-B7A9-4DBC-7C5A-DBFCD37F8547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Information Classification: </a:t>
            </a:r>
            <a:r>
              <a:rPr lang="en-IN" sz="1200" b="0" i="0" u="none" baseline="0">
                <a:solidFill>
                  <a:srgbClr val="9999FF"/>
                </a:solidFill>
                <a:latin typeface="Microsoft Sans Serif" panose="020B0604020202020204" pitchFamily="34" charset="0"/>
              </a:rPr>
              <a:t>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0828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567BC721-5B2F-AFE6-8489-ABFFF7D616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51" y="20908"/>
            <a:ext cx="1661163" cy="826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CC49CF-5C92-D0CE-E791-4BAEB2533A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4F34E4A-8539-100E-6ED6-86CBA5738A3F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BEDBBA99-F442-84F8-FEE6-CE9A458FE2E6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bg object 18">
              <a:extLst>
                <a:ext uri="{FF2B5EF4-FFF2-40B4-BE49-F238E27FC236}">
                  <a16:creationId xmlns:a16="http://schemas.microsoft.com/office/drawing/2014/main" id="{758E0E3A-64F2-E9FF-446D-B0097B3CA545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D067A6E2-766B-8DE5-E167-FE68B2304CCC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F8F163-7B71-91B8-D331-E82AAAFC70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281065"/>
            <a:ext cx="927171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rgbClr val="ED7D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 (Century Gothic – 40 pts)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C0983-6F76-4E99-4455-EE3ADC40F3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67000" y="3227465"/>
            <a:ext cx="927171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 (Century Gothic – 24 pts)</a:t>
            </a:r>
          </a:p>
        </p:txBody>
      </p:sp>
      <p:sp>
        <p:nvSpPr>
          <p:cNvPr id="24" name="Flowchart: Data 23">
            <a:extLst>
              <a:ext uri="{FF2B5EF4-FFF2-40B4-BE49-F238E27FC236}">
                <a16:creationId xmlns:a16="http://schemas.microsoft.com/office/drawing/2014/main" id="{2BF11DAA-7C6F-4C56-6C9D-A4D20B0EDA83}"/>
              </a:ext>
            </a:extLst>
          </p:cNvPr>
          <p:cNvSpPr/>
          <p:nvPr userDrawn="1"/>
        </p:nvSpPr>
        <p:spPr>
          <a:xfrm>
            <a:off x="1239727" y="2539690"/>
            <a:ext cx="1235015" cy="450816"/>
          </a:xfrm>
          <a:prstGeom prst="flowChartInputOutpu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Data 24">
            <a:extLst>
              <a:ext uri="{FF2B5EF4-FFF2-40B4-BE49-F238E27FC236}">
                <a16:creationId xmlns:a16="http://schemas.microsoft.com/office/drawing/2014/main" id="{D413CE83-F69C-022F-B05A-43D3781B6510}"/>
              </a:ext>
            </a:extLst>
          </p:cNvPr>
          <p:cNvSpPr/>
          <p:nvPr userDrawn="1"/>
        </p:nvSpPr>
        <p:spPr>
          <a:xfrm>
            <a:off x="901428" y="2539690"/>
            <a:ext cx="1235015" cy="450816"/>
          </a:xfrm>
          <a:prstGeom prst="flowChartInputOutpu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7828D3-AAEC-64E2-CD5D-CDF650D5273F}"/>
              </a:ext>
            </a:extLst>
          </p:cNvPr>
          <p:cNvSpPr/>
          <p:nvPr userDrawn="1"/>
        </p:nvSpPr>
        <p:spPr>
          <a:xfrm>
            <a:off x="-4396" y="2539690"/>
            <a:ext cx="1145638" cy="4523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lowchart: Data 26">
            <a:extLst>
              <a:ext uri="{FF2B5EF4-FFF2-40B4-BE49-F238E27FC236}">
                <a16:creationId xmlns:a16="http://schemas.microsoft.com/office/drawing/2014/main" id="{143ABE2D-D933-6506-2FD3-97B660BF1571}"/>
              </a:ext>
            </a:extLst>
          </p:cNvPr>
          <p:cNvSpPr/>
          <p:nvPr userDrawn="1"/>
        </p:nvSpPr>
        <p:spPr>
          <a:xfrm>
            <a:off x="802943" y="2539690"/>
            <a:ext cx="1235015" cy="450816"/>
          </a:xfrm>
          <a:prstGeom prst="flowChartInputOutp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object 3">
            <a:extLst>
              <a:ext uri="{FF2B5EF4-FFF2-40B4-BE49-F238E27FC236}">
                <a16:creationId xmlns:a16="http://schemas.microsoft.com/office/drawing/2014/main" id="{0C653C6F-46E9-E147-38D2-93DEA0131772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753859" y="153679"/>
            <a:ext cx="1341965" cy="567537"/>
          </a:xfrm>
          <a:prstGeom prst="rect">
            <a:avLst/>
          </a:prstGeom>
        </p:spPr>
      </p:pic>
      <p:sp>
        <p:nvSpPr>
          <p:cNvPr id="7" name="frSlideMaster21.Title Slide &amp; SubtitleFooter" descr="Information Classification: UTI AMC - Confidential">
            <a:extLst>
              <a:ext uri="{FF2B5EF4-FFF2-40B4-BE49-F238E27FC236}">
                <a16:creationId xmlns:a16="http://schemas.microsoft.com/office/drawing/2014/main" id="{5DA876AF-D19D-1C6F-5193-22D8513C8D61}"/>
              </a:ext>
            </a:extLst>
          </p:cNvPr>
          <p:cNvSpPr txBox="1"/>
          <p:nvPr userDrawn="1"/>
        </p:nvSpPr>
        <p:spPr>
          <a:xfrm>
            <a:off x="0" y="6378295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Information Classification: 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32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&amp; Subtitle@@TI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567BC721-5B2F-AFE6-8489-ABFFF7D616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51" y="20908"/>
            <a:ext cx="1661163" cy="826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CC49CF-5C92-D0CE-E791-4BAEB2533A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4F34E4A-8539-100E-6ED6-86CBA5738A3F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BEDBBA99-F442-84F8-FEE6-CE9A458FE2E6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bg object 18">
              <a:extLst>
                <a:ext uri="{FF2B5EF4-FFF2-40B4-BE49-F238E27FC236}">
                  <a16:creationId xmlns:a16="http://schemas.microsoft.com/office/drawing/2014/main" id="{758E0E3A-64F2-E9FF-446D-B0097B3CA545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D067A6E2-766B-8DE5-E167-FE68B2304CCC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F8F163-7B71-91B8-D331-E82AAAFC70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281065"/>
            <a:ext cx="927171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rgbClr val="ED7D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 (Century Gothic – 40 pts)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C0983-6F76-4E99-4455-EE3ADC40F3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67000" y="3227465"/>
            <a:ext cx="927171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 (Century Gothic – 24 pts)</a:t>
            </a:r>
          </a:p>
        </p:txBody>
      </p:sp>
      <p:sp>
        <p:nvSpPr>
          <p:cNvPr id="24" name="Flowchart: Data 23">
            <a:extLst>
              <a:ext uri="{FF2B5EF4-FFF2-40B4-BE49-F238E27FC236}">
                <a16:creationId xmlns:a16="http://schemas.microsoft.com/office/drawing/2014/main" id="{2BF11DAA-7C6F-4C56-6C9D-A4D20B0EDA83}"/>
              </a:ext>
            </a:extLst>
          </p:cNvPr>
          <p:cNvSpPr/>
          <p:nvPr userDrawn="1"/>
        </p:nvSpPr>
        <p:spPr>
          <a:xfrm>
            <a:off x="1239727" y="2539690"/>
            <a:ext cx="1235015" cy="450816"/>
          </a:xfrm>
          <a:prstGeom prst="flowChartInputOutpu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Data 24">
            <a:extLst>
              <a:ext uri="{FF2B5EF4-FFF2-40B4-BE49-F238E27FC236}">
                <a16:creationId xmlns:a16="http://schemas.microsoft.com/office/drawing/2014/main" id="{D413CE83-F69C-022F-B05A-43D3781B6510}"/>
              </a:ext>
            </a:extLst>
          </p:cNvPr>
          <p:cNvSpPr/>
          <p:nvPr userDrawn="1"/>
        </p:nvSpPr>
        <p:spPr>
          <a:xfrm>
            <a:off x="901428" y="2539690"/>
            <a:ext cx="1235015" cy="450816"/>
          </a:xfrm>
          <a:prstGeom prst="flowChartInputOutpu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7828D3-AAEC-64E2-CD5D-CDF650D5273F}"/>
              </a:ext>
            </a:extLst>
          </p:cNvPr>
          <p:cNvSpPr/>
          <p:nvPr userDrawn="1"/>
        </p:nvSpPr>
        <p:spPr>
          <a:xfrm>
            <a:off x="-4396" y="2539690"/>
            <a:ext cx="1145638" cy="4523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lowchart: Data 26">
            <a:extLst>
              <a:ext uri="{FF2B5EF4-FFF2-40B4-BE49-F238E27FC236}">
                <a16:creationId xmlns:a16="http://schemas.microsoft.com/office/drawing/2014/main" id="{143ABE2D-D933-6506-2FD3-97B660BF1571}"/>
              </a:ext>
            </a:extLst>
          </p:cNvPr>
          <p:cNvSpPr/>
          <p:nvPr userDrawn="1"/>
        </p:nvSpPr>
        <p:spPr>
          <a:xfrm>
            <a:off x="802943" y="2539690"/>
            <a:ext cx="1235015" cy="450816"/>
          </a:xfrm>
          <a:prstGeom prst="flowChartInputOutp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object 3">
            <a:extLst>
              <a:ext uri="{FF2B5EF4-FFF2-40B4-BE49-F238E27FC236}">
                <a16:creationId xmlns:a16="http://schemas.microsoft.com/office/drawing/2014/main" id="{0C653C6F-46E9-E147-38D2-93DEA0131772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753859" y="153679"/>
            <a:ext cx="1341965" cy="567537"/>
          </a:xfrm>
          <a:prstGeom prst="rect">
            <a:avLst/>
          </a:prstGeom>
        </p:spPr>
      </p:pic>
      <p:sp>
        <p:nvSpPr>
          <p:cNvPr id="7" name="frSlideMaster21.Title Slide &amp; SubtitleFooter" descr="Information Classification: UTI AMC - Confidential">
            <a:extLst>
              <a:ext uri="{FF2B5EF4-FFF2-40B4-BE49-F238E27FC236}">
                <a16:creationId xmlns:a16="http://schemas.microsoft.com/office/drawing/2014/main" id="{5DA876AF-D19D-1C6F-5193-22D8513C8D61}"/>
              </a:ext>
            </a:extLst>
          </p:cNvPr>
          <p:cNvSpPr txBox="1"/>
          <p:nvPr userDrawn="1"/>
        </p:nvSpPr>
        <p:spPr>
          <a:xfrm>
            <a:off x="0" y="6378295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Information Classification: 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33202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CC1D01-1724-0610-AC27-D683E4E99806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8" name="Rectangle 22">
              <a:extLst>
                <a:ext uri="{FF2B5EF4-FFF2-40B4-BE49-F238E27FC236}">
                  <a16:creationId xmlns:a16="http://schemas.microsoft.com/office/drawing/2014/main" id="{B9D03133-9AF3-7485-1923-FA3DB9869D68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Diagonal Stripe 9">
              <a:extLst>
                <a:ext uri="{FF2B5EF4-FFF2-40B4-BE49-F238E27FC236}">
                  <a16:creationId xmlns:a16="http://schemas.microsoft.com/office/drawing/2014/main" id="{4A3F999B-7ECB-95D4-A914-B935F8649BFC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1" name="Rectangle 22">
              <a:extLst>
                <a:ext uri="{FF2B5EF4-FFF2-40B4-BE49-F238E27FC236}">
                  <a16:creationId xmlns:a16="http://schemas.microsoft.com/office/drawing/2014/main" id="{9ED68FC4-23C6-7042-649C-063F41CA1AB1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6773-ED32-3F1A-618B-122334185E17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224279" y="836123"/>
            <a:ext cx="11737871" cy="5513017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 (Century Gothic – 20 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28pts.)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6D75C-1D4B-31F0-4436-C933903FEC1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80" y="216996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4" name="frSlideMaster.Header and ContentFooter" descr="Information Classification: UTI AMC - Confidential">
            <a:extLst>
              <a:ext uri="{FF2B5EF4-FFF2-40B4-BE49-F238E27FC236}">
                <a16:creationId xmlns:a16="http://schemas.microsoft.com/office/drawing/2014/main" id="{F50A0811-9D5D-65D1-8339-545FB614887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Information Classification: </a:t>
            </a:r>
            <a:r>
              <a:rPr lang="en-IN" sz="1200" b="0" i="0" u="none" baseline="0">
                <a:solidFill>
                  <a:srgbClr val="9999FF"/>
                </a:solidFill>
                <a:latin typeface="Microsoft Sans Serif" panose="020B0604020202020204" pitchFamily="34" charset="0"/>
              </a:rPr>
              <a:t>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654555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Special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0CDBECB-CC53-EA4D-4B09-C0197A5E8E5E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14" name="Rectangle 22">
              <a:extLst>
                <a:ext uri="{FF2B5EF4-FFF2-40B4-BE49-F238E27FC236}">
                  <a16:creationId xmlns:a16="http://schemas.microsoft.com/office/drawing/2014/main" id="{EA209D06-5FCE-6995-D340-7E129BEA5435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7D6CB08E-5866-E222-1380-4F6854C126E4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E73AF023-2C7F-C951-3ED3-5CBE39A89B36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EB9D46-FDA2-0F82-AFAD-4A84410EC006}"/>
              </a:ext>
            </a:extLst>
          </p:cNvPr>
          <p:cNvSpPr/>
          <p:nvPr userDrawn="1"/>
        </p:nvSpPr>
        <p:spPr>
          <a:xfrm>
            <a:off x="6195524" y="1492898"/>
            <a:ext cx="5424196" cy="4189445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4517B-FC3B-E64C-DF7D-D4DF26FE9C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80" y="217762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53709E1-4765-3905-635A-6C1A7704EE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7116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16F843B-DDA6-50AD-66FC-DAC54CBCFF4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83901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3" name="frSlideMaster.Content &amp; Special Content LayoutFooter" descr="Information Classification: UTI AMC - Confidential">
            <a:extLst>
              <a:ext uri="{FF2B5EF4-FFF2-40B4-BE49-F238E27FC236}">
                <a16:creationId xmlns:a16="http://schemas.microsoft.com/office/drawing/2014/main" id="{1F5241E4-BBF5-9DAC-7137-4C9B2CB9C0BE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Information Classification: </a:t>
            </a:r>
            <a:r>
              <a:rPr lang="en-IN" sz="1200" b="0" i="0" u="none" baseline="0">
                <a:solidFill>
                  <a:srgbClr val="9999FF"/>
                </a:solidFill>
                <a:latin typeface="Microsoft Sans Serif" panose="020B0604020202020204" pitchFamily="34" charset="0"/>
              </a:rPr>
              <a:t>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8998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eci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8B90EC1-F584-82E1-8B45-3881D50D6118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4" name="Rectangle 22">
              <a:extLst>
                <a:ext uri="{FF2B5EF4-FFF2-40B4-BE49-F238E27FC236}">
                  <a16:creationId xmlns:a16="http://schemas.microsoft.com/office/drawing/2014/main" id="{8B925440-2E4D-E7AC-604B-3EAE6980CD9A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Diagonal Stripe 12">
              <a:extLst>
                <a:ext uri="{FF2B5EF4-FFF2-40B4-BE49-F238E27FC236}">
                  <a16:creationId xmlns:a16="http://schemas.microsoft.com/office/drawing/2014/main" id="{03BBA1A6-C388-3400-FCEC-75F6ED5B91D0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FE52E754-4636-86DB-61FF-5C1F8366330F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5F9B24-2E0F-C20A-CFD9-31C61DCE7AAA}"/>
              </a:ext>
            </a:extLst>
          </p:cNvPr>
          <p:cNvSpPr/>
          <p:nvPr userDrawn="1"/>
        </p:nvSpPr>
        <p:spPr>
          <a:xfrm>
            <a:off x="6195524" y="1492898"/>
            <a:ext cx="5424196" cy="4189445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2B374F-C5C4-FC99-3E88-3C79B4BEFB2B}"/>
              </a:ext>
            </a:extLst>
          </p:cNvPr>
          <p:cNvSpPr/>
          <p:nvPr userDrawn="1"/>
        </p:nvSpPr>
        <p:spPr>
          <a:xfrm>
            <a:off x="615818" y="1492898"/>
            <a:ext cx="5424196" cy="4189445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39BCC-7BE4-FE0C-CEF4-1CCA539FEB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7116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ECF1EE-6B75-1FE3-B332-9896D1B6FEF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83901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C0693F-483C-9018-875D-5DF09DE1FE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76" y="210170"/>
            <a:ext cx="10482303" cy="44665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5" name="frSlideMaster.2 Special ContentFooter" descr="Information Classification: UTI AMC - Confidential">
            <a:extLst>
              <a:ext uri="{FF2B5EF4-FFF2-40B4-BE49-F238E27FC236}">
                <a16:creationId xmlns:a16="http://schemas.microsoft.com/office/drawing/2014/main" id="{67025F1F-F669-FB16-72EF-4340D297B6DB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Information Classification: </a:t>
            </a:r>
            <a:r>
              <a:rPr lang="en-IN" sz="1200" b="0" i="0" u="none" baseline="0">
                <a:solidFill>
                  <a:srgbClr val="9999FF"/>
                </a:solidFill>
                <a:latin typeface="Microsoft Sans Serif" panose="020B0604020202020204" pitchFamily="34" charset="0"/>
              </a:rPr>
              <a:t>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3456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8AEBCCA-99E7-17E3-3248-2363134BFEE7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11" name="Rectangle 22">
              <a:extLst>
                <a:ext uri="{FF2B5EF4-FFF2-40B4-BE49-F238E27FC236}">
                  <a16:creationId xmlns:a16="http://schemas.microsoft.com/office/drawing/2014/main" id="{15D1AF33-0926-CEC4-7B86-5252F1998CF7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Diagonal Stripe 13">
              <a:extLst>
                <a:ext uri="{FF2B5EF4-FFF2-40B4-BE49-F238E27FC236}">
                  <a16:creationId xmlns:a16="http://schemas.microsoft.com/office/drawing/2014/main" id="{9B2E6042-CF09-D180-6E8C-40CBE9FF0E96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919303D2-1D4D-2707-C27D-0EFD3BC612A8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518B27-1E8D-DD25-A904-8784426A3DBB}"/>
              </a:ext>
            </a:extLst>
          </p:cNvPr>
          <p:cNvSpPr/>
          <p:nvPr userDrawn="1"/>
        </p:nvSpPr>
        <p:spPr>
          <a:xfrm>
            <a:off x="615817" y="1404248"/>
            <a:ext cx="10860835" cy="4753956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74DDCDA-8CBD-DC85-9482-B0ADCE790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80" y="230072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0B935FA-93A8-A702-0FB6-E67CCBCC061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737116" y="1603948"/>
            <a:ext cx="10565468" cy="4078395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 (Century Gothic – 20pts.)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3" name="frSlideMaster.3 Content LayoutFooter" descr="Information Classification: UTI AMC - Confidential">
            <a:extLst>
              <a:ext uri="{FF2B5EF4-FFF2-40B4-BE49-F238E27FC236}">
                <a16:creationId xmlns:a16="http://schemas.microsoft.com/office/drawing/2014/main" id="{BD5D1507-672B-E740-A0AE-3CE92C1B42CA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Information Classification: </a:t>
            </a:r>
            <a:r>
              <a:rPr lang="en-IN" sz="1200" b="0" i="0" u="none" baseline="0">
                <a:solidFill>
                  <a:srgbClr val="9999FF"/>
                </a:solidFill>
                <a:latin typeface="Microsoft Sans Serif" panose="020B0604020202020204" pitchFamily="34" charset="0"/>
              </a:rPr>
              <a:t>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7181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8BB926-4B06-FD26-7001-F6D31AE673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7321A07-1867-C276-682C-F8A004D25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1298101"/>
            <a:ext cx="9245958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rgbClr val="ED7D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 (Century Gothic – 40 pts)</a:t>
            </a:r>
            <a:endParaRPr lang="en-IN"/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0C653C6F-46E9-E147-38D2-93DEA013177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53859" y="153679"/>
            <a:ext cx="1341965" cy="56753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583680"/>
            <a:ext cx="12192000" cy="2858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entury Gothic" panose="020B0502020202020204" pitchFamily="34" charset="0"/>
              </a:rPr>
              <a:t>Mutual Fund Investments are subject to market risks, read all scheme related documents carefully.</a:t>
            </a:r>
            <a:endParaRPr lang="en-IN" sz="1400">
              <a:latin typeface="Century Gothic" panose="020B0502020202020204" pitchFamily="34" charset="0"/>
            </a:endParaRP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A1462DB4-225D-3813-86C7-E5FFBDC5CCD4}"/>
              </a:ext>
            </a:extLst>
          </p:cNvPr>
          <p:cNvSpPr/>
          <p:nvPr userDrawn="1"/>
        </p:nvSpPr>
        <p:spPr>
          <a:xfrm>
            <a:off x="1239727" y="2539690"/>
            <a:ext cx="1235015" cy="450816"/>
          </a:xfrm>
          <a:prstGeom prst="flowChartInputOutpu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349D9B3E-99B7-D3E4-710B-64E8233AA0C6}"/>
              </a:ext>
            </a:extLst>
          </p:cNvPr>
          <p:cNvSpPr/>
          <p:nvPr userDrawn="1"/>
        </p:nvSpPr>
        <p:spPr>
          <a:xfrm>
            <a:off x="901428" y="2539690"/>
            <a:ext cx="1235015" cy="450816"/>
          </a:xfrm>
          <a:prstGeom prst="flowChartInputOutpu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873C3A-DBC7-0A57-1493-1E1B4F9523DD}"/>
              </a:ext>
            </a:extLst>
          </p:cNvPr>
          <p:cNvSpPr/>
          <p:nvPr userDrawn="1"/>
        </p:nvSpPr>
        <p:spPr>
          <a:xfrm>
            <a:off x="-4396" y="2539690"/>
            <a:ext cx="1145638" cy="452318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8" name="Flowchart: Data 17">
            <a:extLst>
              <a:ext uri="{FF2B5EF4-FFF2-40B4-BE49-F238E27FC236}">
                <a16:creationId xmlns:a16="http://schemas.microsoft.com/office/drawing/2014/main" id="{DF535502-7526-0C01-3C2F-D36457C84AA5}"/>
              </a:ext>
            </a:extLst>
          </p:cNvPr>
          <p:cNvSpPr/>
          <p:nvPr userDrawn="1"/>
        </p:nvSpPr>
        <p:spPr>
          <a:xfrm>
            <a:off x="802943" y="2539690"/>
            <a:ext cx="1235015" cy="450816"/>
          </a:xfrm>
          <a:prstGeom prst="flowChartInputOutpu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58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567BC721-5B2F-AFE6-8489-ABFFF7D616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51" y="20908"/>
            <a:ext cx="1661163" cy="826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CC49CF-5C92-D0CE-E791-4BAEB2533A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00B62-BE9B-05BE-ACDB-C260CE11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4DE63-0DB1-16F2-C2B0-51C4C1889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F34E4A-8539-100E-6ED6-86CBA5738A3F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BEDBBA99-F442-84F8-FEE6-CE9A458FE2E6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bg object 18">
              <a:extLst>
                <a:ext uri="{FF2B5EF4-FFF2-40B4-BE49-F238E27FC236}">
                  <a16:creationId xmlns:a16="http://schemas.microsoft.com/office/drawing/2014/main" id="{758E0E3A-64F2-E9FF-446D-B0097B3CA545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D067A6E2-766B-8DE5-E167-FE68B2304CCC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F8F163-7B71-91B8-D331-E82AAAFC70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281065"/>
            <a:ext cx="927171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rgbClr val="ED7D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 (Century Gothic – 40 pts)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C0983-6F76-4E99-4455-EE3ADC40F3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67000" y="3227465"/>
            <a:ext cx="927171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 (Century Gothic – 24 pts)</a:t>
            </a:r>
          </a:p>
        </p:txBody>
      </p:sp>
      <p:sp>
        <p:nvSpPr>
          <p:cNvPr id="24" name="Flowchart: Data 23">
            <a:extLst>
              <a:ext uri="{FF2B5EF4-FFF2-40B4-BE49-F238E27FC236}">
                <a16:creationId xmlns:a16="http://schemas.microsoft.com/office/drawing/2014/main" id="{2BF11DAA-7C6F-4C56-6C9D-A4D20B0EDA83}"/>
              </a:ext>
            </a:extLst>
          </p:cNvPr>
          <p:cNvSpPr/>
          <p:nvPr userDrawn="1"/>
        </p:nvSpPr>
        <p:spPr>
          <a:xfrm>
            <a:off x="1239727" y="2539690"/>
            <a:ext cx="1235015" cy="450816"/>
          </a:xfrm>
          <a:prstGeom prst="flowChartInputOutpu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Data 24">
            <a:extLst>
              <a:ext uri="{FF2B5EF4-FFF2-40B4-BE49-F238E27FC236}">
                <a16:creationId xmlns:a16="http://schemas.microsoft.com/office/drawing/2014/main" id="{D413CE83-F69C-022F-B05A-43D3781B6510}"/>
              </a:ext>
            </a:extLst>
          </p:cNvPr>
          <p:cNvSpPr/>
          <p:nvPr userDrawn="1"/>
        </p:nvSpPr>
        <p:spPr>
          <a:xfrm>
            <a:off x="901428" y="2539690"/>
            <a:ext cx="1235015" cy="450816"/>
          </a:xfrm>
          <a:prstGeom prst="flowChartInputOutpu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7828D3-AAEC-64E2-CD5D-CDF650D5273F}"/>
              </a:ext>
            </a:extLst>
          </p:cNvPr>
          <p:cNvSpPr/>
          <p:nvPr userDrawn="1"/>
        </p:nvSpPr>
        <p:spPr>
          <a:xfrm>
            <a:off x="-4396" y="2539690"/>
            <a:ext cx="1145638" cy="4523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lowchart: Data 26">
            <a:extLst>
              <a:ext uri="{FF2B5EF4-FFF2-40B4-BE49-F238E27FC236}">
                <a16:creationId xmlns:a16="http://schemas.microsoft.com/office/drawing/2014/main" id="{143ABE2D-D933-6506-2FD3-97B660BF1571}"/>
              </a:ext>
            </a:extLst>
          </p:cNvPr>
          <p:cNvSpPr/>
          <p:nvPr userDrawn="1"/>
        </p:nvSpPr>
        <p:spPr>
          <a:xfrm>
            <a:off x="802943" y="2539690"/>
            <a:ext cx="1235015" cy="450816"/>
          </a:xfrm>
          <a:prstGeom prst="flowChartInputOutp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object 3">
            <a:extLst>
              <a:ext uri="{FF2B5EF4-FFF2-40B4-BE49-F238E27FC236}">
                <a16:creationId xmlns:a16="http://schemas.microsoft.com/office/drawing/2014/main" id="{0C653C6F-46E9-E147-38D2-93DEA0131772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753859" y="153679"/>
            <a:ext cx="1341965" cy="56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03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CC1D01-1724-0610-AC27-D683E4E99806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8" name="Rectangle 22">
              <a:extLst>
                <a:ext uri="{FF2B5EF4-FFF2-40B4-BE49-F238E27FC236}">
                  <a16:creationId xmlns:a16="http://schemas.microsoft.com/office/drawing/2014/main" id="{B9D03133-9AF3-7485-1923-FA3DB9869D68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Diagonal Stripe 9">
              <a:extLst>
                <a:ext uri="{FF2B5EF4-FFF2-40B4-BE49-F238E27FC236}">
                  <a16:creationId xmlns:a16="http://schemas.microsoft.com/office/drawing/2014/main" id="{4A3F999B-7ECB-95D4-A914-B935F8649BFC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1" name="Rectangle 22">
              <a:extLst>
                <a:ext uri="{FF2B5EF4-FFF2-40B4-BE49-F238E27FC236}">
                  <a16:creationId xmlns:a16="http://schemas.microsoft.com/office/drawing/2014/main" id="{9ED68FC4-23C6-7042-649C-063F41CA1AB1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6773-ED32-3F1A-618B-122334185E17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224279" y="836124"/>
            <a:ext cx="11737871" cy="481510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 (Century Gothic – 20 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28pts.)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6CD711-47A7-0448-14AA-60ABA2D2FAAC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F210219C-BE8E-583C-3A6E-A00E7C15D86F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18">
              <a:extLst>
                <a:ext uri="{FF2B5EF4-FFF2-40B4-BE49-F238E27FC236}">
                  <a16:creationId xmlns:a16="http://schemas.microsoft.com/office/drawing/2014/main" id="{54A245EF-1067-37FB-5E19-45C4D76D34E5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bg object 19">
              <a:extLst>
                <a:ext uri="{FF2B5EF4-FFF2-40B4-BE49-F238E27FC236}">
                  <a16:creationId xmlns:a16="http://schemas.microsoft.com/office/drawing/2014/main" id="{EB0205C2-1373-2B18-45DF-4BB3FA4D6CC8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86D75C-1D4B-31F0-4436-C933903FEC1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80" y="216996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E86724CA-A51C-CFD8-19BB-6241779F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61CD57BA-3C26-757B-D3E7-65B9E47F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42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Special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0CDBECB-CC53-EA4D-4B09-C0197A5E8E5E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14" name="Rectangle 22">
              <a:extLst>
                <a:ext uri="{FF2B5EF4-FFF2-40B4-BE49-F238E27FC236}">
                  <a16:creationId xmlns:a16="http://schemas.microsoft.com/office/drawing/2014/main" id="{EA209D06-5FCE-6995-D340-7E129BEA5435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7D6CB08E-5866-E222-1380-4F6854C126E4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E73AF023-2C7F-C951-3ED3-5CBE39A89B36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9332D-ADE1-6912-D45F-4A8B583D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29EC0-BBB6-E534-561E-694239E5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EB9D46-FDA2-0F82-AFAD-4A84410EC006}"/>
              </a:ext>
            </a:extLst>
          </p:cNvPr>
          <p:cNvSpPr/>
          <p:nvPr userDrawn="1"/>
        </p:nvSpPr>
        <p:spPr>
          <a:xfrm>
            <a:off x="6195524" y="1492898"/>
            <a:ext cx="5424196" cy="4189445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4517B-FC3B-E64C-DF7D-D4DF26FE9C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80" y="217762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53709E1-4765-3905-635A-6C1A7704EE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7116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16F843B-DDA6-50AD-66FC-DAC54CBCFF4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83901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06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eci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8B90EC1-F584-82E1-8B45-3881D50D6118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4" name="Rectangle 22">
              <a:extLst>
                <a:ext uri="{FF2B5EF4-FFF2-40B4-BE49-F238E27FC236}">
                  <a16:creationId xmlns:a16="http://schemas.microsoft.com/office/drawing/2014/main" id="{8B925440-2E4D-E7AC-604B-3EAE6980CD9A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Diagonal Stripe 12">
              <a:extLst>
                <a:ext uri="{FF2B5EF4-FFF2-40B4-BE49-F238E27FC236}">
                  <a16:creationId xmlns:a16="http://schemas.microsoft.com/office/drawing/2014/main" id="{03BBA1A6-C388-3400-FCEC-75F6ED5B91D0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FE52E754-4636-86DB-61FF-5C1F8366330F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5F9B24-2E0F-C20A-CFD9-31C61DCE7AAA}"/>
              </a:ext>
            </a:extLst>
          </p:cNvPr>
          <p:cNvSpPr/>
          <p:nvPr userDrawn="1"/>
        </p:nvSpPr>
        <p:spPr>
          <a:xfrm>
            <a:off x="6195524" y="1492898"/>
            <a:ext cx="5424196" cy="4189445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2B374F-C5C4-FC99-3E88-3C79B4BEFB2B}"/>
              </a:ext>
            </a:extLst>
          </p:cNvPr>
          <p:cNvSpPr/>
          <p:nvPr userDrawn="1"/>
        </p:nvSpPr>
        <p:spPr>
          <a:xfrm>
            <a:off x="615818" y="1492898"/>
            <a:ext cx="5424196" cy="4189445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39BCC-7BE4-FE0C-CEF4-1CCA539FEB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7116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D3921-4A8E-5217-62C4-A09B224D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08D69-C3CA-76AB-F35A-C8D7C40A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ECF1EE-6B75-1FE3-B332-9896D1B6FEF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83901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C0693F-483C-9018-875D-5DF09DE1FE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76" y="210170"/>
            <a:ext cx="10482303" cy="44665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929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8AEBCCA-99E7-17E3-3248-2363134BFEE7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11" name="Rectangle 22">
              <a:extLst>
                <a:ext uri="{FF2B5EF4-FFF2-40B4-BE49-F238E27FC236}">
                  <a16:creationId xmlns:a16="http://schemas.microsoft.com/office/drawing/2014/main" id="{15D1AF33-0926-CEC4-7B86-5252F1998CF7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Diagonal Stripe 13">
              <a:extLst>
                <a:ext uri="{FF2B5EF4-FFF2-40B4-BE49-F238E27FC236}">
                  <a16:creationId xmlns:a16="http://schemas.microsoft.com/office/drawing/2014/main" id="{9B2E6042-CF09-D180-6E8C-40CBE9FF0E96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919303D2-1D4D-2707-C27D-0EFD3BC612A8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518B27-1E8D-DD25-A904-8784426A3DBB}"/>
              </a:ext>
            </a:extLst>
          </p:cNvPr>
          <p:cNvSpPr/>
          <p:nvPr userDrawn="1"/>
        </p:nvSpPr>
        <p:spPr>
          <a:xfrm>
            <a:off x="615817" y="1220508"/>
            <a:ext cx="10860835" cy="4458191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281F0-D9B1-73F4-E21B-B7E88DA6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B775A0-47DD-F8AD-62CD-90651DC9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74DDCDA-8CBD-DC85-9482-B0ADCE790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80" y="230072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0B935FA-93A8-A702-0FB6-E67CCBCC061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737116" y="1603948"/>
            <a:ext cx="10565468" cy="353709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 (Century Gothic – 20pts.)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81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8BB926-4B06-FD26-7001-F6D31AE673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7321A07-1867-C276-682C-F8A004D25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1298101"/>
            <a:ext cx="927171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rgbClr val="ED7D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 (Century Gothic – 40 pts)</a:t>
            </a:r>
            <a:endParaRPr lang="en-IN"/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8BCA0F51-7D5A-CFF4-8210-7207E369EA4F}"/>
              </a:ext>
            </a:extLst>
          </p:cNvPr>
          <p:cNvSpPr/>
          <p:nvPr userDrawn="1"/>
        </p:nvSpPr>
        <p:spPr>
          <a:xfrm>
            <a:off x="1239727" y="3556726"/>
            <a:ext cx="1235015" cy="450816"/>
          </a:xfrm>
          <a:prstGeom prst="flowChartInputOutpu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F7431C23-4611-FA5F-3D1B-9A7D21B73B93}"/>
              </a:ext>
            </a:extLst>
          </p:cNvPr>
          <p:cNvSpPr/>
          <p:nvPr userDrawn="1"/>
        </p:nvSpPr>
        <p:spPr>
          <a:xfrm>
            <a:off x="901428" y="3556726"/>
            <a:ext cx="1235015" cy="450816"/>
          </a:xfrm>
          <a:prstGeom prst="flowChartInputOutpu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D1509-B251-9EF9-9630-44CF591CBA88}"/>
              </a:ext>
            </a:extLst>
          </p:cNvPr>
          <p:cNvSpPr/>
          <p:nvPr userDrawn="1"/>
        </p:nvSpPr>
        <p:spPr>
          <a:xfrm>
            <a:off x="-4396" y="3556726"/>
            <a:ext cx="1145638" cy="4523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9EE7F0B3-1FCF-6503-3BE3-C8B36AF101D3}"/>
              </a:ext>
            </a:extLst>
          </p:cNvPr>
          <p:cNvSpPr/>
          <p:nvPr userDrawn="1"/>
        </p:nvSpPr>
        <p:spPr>
          <a:xfrm>
            <a:off x="802943" y="3556726"/>
            <a:ext cx="1235015" cy="450816"/>
          </a:xfrm>
          <a:prstGeom prst="flowChartInputOut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0C653C6F-46E9-E147-38D2-93DEA013177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53859" y="153679"/>
            <a:ext cx="1341965" cy="56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10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8BB926-4B06-FD26-7001-F6D31AE673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7321A07-1867-C276-682C-F8A004D25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1298101"/>
            <a:ext cx="9245958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rgbClr val="ED7D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 (Century Gothic – 40 pts)</a:t>
            </a:r>
            <a:endParaRPr lang="en-IN"/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8BCA0F51-7D5A-CFF4-8210-7207E369EA4F}"/>
              </a:ext>
            </a:extLst>
          </p:cNvPr>
          <p:cNvSpPr/>
          <p:nvPr userDrawn="1"/>
        </p:nvSpPr>
        <p:spPr>
          <a:xfrm>
            <a:off x="1239727" y="3556726"/>
            <a:ext cx="1235015" cy="450816"/>
          </a:xfrm>
          <a:prstGeom prst="flowChartInputOutpu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F7431C23-4611-FA5F-3D1B-9A7D21B73B93}"/>
              </a:ext>
            </a:extLst>
          </p:cNvPr>
          <p:cNvSpPr/>
          <p:nvPr userDrawn="1"/>
        </p:nvSpPr>
        <p:spPr>
          <a:xfrm>
            <a:off x="901428" y="3556726"/>
            <a:ext cx="1235015" cy="450816"/>
          </a:xfrm>
          <a:prstGeom prst="flowChartInputOutpu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D1509-B251-9EF9-9630-44CF591CBA88}"/>
              </a:ext>
            </a:extLst>
          </p:cNvPr>
          <p:cNvSpPr/>
          <p:nvPr userDrawn="1"/>
        </p:nvSpPr>
        <p:spPr>
          <a:xfrm>
            <a:off x="-4396" y="3556726"/>
            <a:ext cx="1145638" cy="4523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9EE7F0B3-1FCF-6503-3BE3-C8B36AF101D3}"/>
              </a:ext>
            </a:extLst>
          </p:cNvPr>
          <p:cNvSpPr/>
          <p:nvPr userDrawn="1"/>
        </p:nvSpPr>
        <p:spPr>
          <a:xfrm>
            <a:off x="802943" y="3556726"/>
            <a:ext cx="1235015" cy="450816"/>
          </a:xfrm>
          <a:prstGeom prst="flowChartInputOutp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0C653C6F-46E9-E147-38D2-93DEA013177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53859" y="153679"/>
            <a:ext cx="1341965" cy="56753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583680"/>
            <a:ext cx="12192000" cy="2858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entury Gothic" panose="020B0502020202020204" pitchFamily="34" charset="0"/>
              </a:rPr>
              <a:t>Mutual Fund Investments are subject to market risks, read all scheme related documents carefully.</a:t>
            </a:r>
            <a:endParaRPr lang="en-IN" sz="14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208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A33A-3FFC-43E5-A7CB-2B43B1F5AAE9}" type="datetime1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11736" y="6356356"/>
            <a:ext cx="2743200" cy="365125"/>
          </a:xfrm>
          <a:prstGeom prst="rect">
            <a:avLst/>
          </a:prstGeom>
        </p:spPr>
        <p:txBody>
          <a:bodyPr/>
          <a:lstStyle/>
          <a:p>
            <a:fld id="{6C5AD66C-DBD2-4AF7-8501-65350A47E63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" y="0"/>
            <a:ext cx="12188388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17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567BC721-5B2F-AFE6-8489-ABFFF7D616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51" y="20908"/>
            <a:ext cx="1661163" cy="826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CC49CF-5C92-D0CE-E791-4BAEB2533A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00B62-BE9B-05BE-ACDB-C260CE11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4DE63-0DB1-16F2-C2B0-51C4C1889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F34E4A-8539-100E-6ED6-86CBA5738A3F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BEDBBA99-F442-84F8-FEE6-CE9A458FE2E6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bg object 18">
              <a:extLst>
                <a:ext uri="{FF2B5EF4-FFF2-40B4-BE49-F238E27FC236}">
                  <a16:creationId xmlns:a16="http://schemas.microsoft.com/office/drawing/2014/main" id="{758E0E3A-64F2-E9FF-446D-B0097B3CA545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D067A6E2-766B-8DE5-E167-FE68B2304CCC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F8F163-7B71-91B8-D331-E82AAAFC70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281065"/>
            <a:ext cx="927171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rgbClr val="ED7D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 (Century Gothic – 40 pts)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C0983-6F76-4E99-4455-EE3ADC40F3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67000" y="3227465"/>
            <a:ext cx="927171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 (Century Gothic – 24 pts)</a:t>
            </a:r>
          </a:p>
        </p:txBody>
      </p:sp>
      <p:sp>
        <p:nvSpPr>
          <p:cNvPr id="24" name="Flowchart: Data 23">
            <a:extLst>
              <a:ext uri="{FF2B5EF4-FFF2-40B4-BE49-F238E27FC236}">
                <a16:creationId xmlns:a16="http://schemas.microsoft.com/office/drawing/2014/main" id="{2BF11DAA-7C6F-4C56-6C9D-A4D20B0EDA83}"/>
              </a:ext>
            </a:extLst>
          </p:cNvPr>
          <p:cNvSpPr/>
          <p:nvPr userDrawn="1"/>
        </p:nvSpPr>
        <p:spPr>
          <a:xfrm>
            <a:off x="1239727" y="2539690"/>
            <a:ext cx="1235015" cy="450816"/>
          </a:xfrm>
          <a:prstGeom prst="flowChartInputOutpu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Data 24">
            <a:extLst>
              <a:ext uri="{FF2B5EF4-FFF2-40B4-BE49-F238E27FC236}">
                <a16:creationId xmlns:a16="http://schemas.microsoft.com/office/drawing/2014/main" id="{D413CE83-F69C-022F-B05A-43D3781B6510}"/>
              </a:ext>
            </a:extLst>
          </p:cNvPr>
          <p:cNvSpPr/>
          <p:nvPr userDrawn="1"/>
        </p:nvSpPr>
        <p:spPr>
          <a:xfrm>
            <a:off x="901428" y="2539690"/>
            <a:ext cx="1235015" cy="450816"/>
          </a:xfrm>
          <a:prstGeom prst="flowChartInputOutpu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7828D3-AAEC-64E2-CD5D-CDF650D5273F}"/>
              </a:ext>
            </a:extLst>
          </p:cNvPr>
          <p:cNvSpPr/>
          <p:nvPr userDrawn="1"/>
        </p:nvSpPr>
        <p:spPr>
          <a:xfrm>
            <a:off x="-4396" y="2539690"/>
            <a:ext cx="1145638" cy="4523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lowchart: Data 26">
            <a:extLst>
              <a:ext uri="{FF2B5EF4-FFF2-40B4-BE49-F238E27FC236}">
                <a16:creationId xmlns:a16="http://schemas.microsoft.com/office/drawing/2014/main" id="{143ABE2D-D933-6506-2FD3-97B660BF1571}"/>
              </a:ext>
            </a:extLst>
          </p:cNvPr>
          <p:cNvSpPr/>
          <p:nvPr userDrawn="1"/>
        </p:nvSpPr>
        <p:spPr>
          <a:xfrm>
            <a:off x="901428" y="2542722"/>
            <a:ext cx="1235015" cy="450816"/>
          </a:xfrm>
          <a:prstGeom prst="flowChartInputOut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object 3">
            <a:extLst>
              <a:ext uri="{FF2B5EF4-FFF2-40B4-BE49-F238E27FC236}">
                <a16:creationId xmlns:a16="http://schemas.microsoft.com/office/drawing/2014/main" id="{0C653C6F-46E9-E147-38D2-93DEA0131772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753859" y="153679"/>
            <a:ext cx="1341965" cy="567537"/>
          </a:xfrm>
          <a:prstGeom prst="rect">
            <a:avLst/>
          </a:prstGeom>
        </p:spPr>
      </p:pic>
      <p:sp>
        <p:nvSpPr>
          <p:cNvPr id="10" name="frSlideMaster21.Thank you Slide LayoutFooter" descr="Information Classification: UTI AMC - Confidential">
            <a:extLst>
              <a:ext uri="{FF2B5EF4-FFF2-40B4-BE49-F238E27FC236}">
                <a16:creationId xmlns:a16="http://schemas.microsoft.com/office/drawing/2014/main" id="{8B4308F3-1B14-71BB-AA10-E123081CE1B6}"/>
              </a:ext>
            </a:extLst>
          </p:cNvPr>
          <p:cNvSpPr txBox="1"/>
          <p:nvPr userDrawn="1"/>
        </p:nvSpPr>
        <p:spPr>
          <a:xfrm>
            <a:off x="8153400" y="6415801"/>
            <a:ext cx="3833191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000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Information Classification: 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653450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CC1D01-1724-0610-AC27-D683E4E99806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8" name="Rectangle 22">
              <a:extLst>
                <a:ext uri="{FF2B5EF4-FFF2-40B4-BE49-F238E27FC236}">
                  <a16:creationId xmlns:a16="http://schemas.microsoft.com/office/drawing/2014/main" id="{B9D03133-9AF3-7485-1923-FA3DB9869D68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Diagonal Stripe 9">
              <a:extLst>
                <a:ext uri="{FF2B5EF4-FFF2-40B4-BE49-F238E27FC236}">
                  <a16:creationId xmlns:a16="http://schemas.microsoft.com/office/drawing/2014/main" id="{4A3F999B-7ECB-95D4-A914-B935F8649BFC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1" name="Rectangle 22">
              <a:extLst>
                <a:ext uri="{FF2B5EF4-FFF2-40B4-BE49-F238E27FC236}">
                  <a16:creationId xmlns:a16="http://schemas.microsoft.com/office/drawing/2014/main" id="{9ED68FC4-23C6-7042-649C-063F41CA1AB1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6773-ED32-3F1A-618B-122334185E17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224279" y="836123"/>
            <a:ext cx="11737871" cy="5513017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 (Century Gothic – 20 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28pts.)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6CD711-47A7-0448-14AA-60ABA2D2FAAC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F210219C-BE8E-583C-3A6E-A00E7C15D86F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18">
              <a:extLst>
                <a:ext uri="{FF2B5EF4-FFF2-40B4-BE49-F238E27FC236}">
                  <a16:creationId xmlns:a16="http://schemas.microsoft.com/office/drawing/2014/main" id="{54A245EF-1067-37FB-5E19-45C4D76D34E5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bg object 19">
              <a:extLst>
                <a:ext uri="{FF2B5EF4-FFF2-40B4-BE49-F238E27FC236}">
                  <a16:creationId xmlns:a16="http://schemas.microsoft.com/office/drawing/2014/main" id="{EB0205C2-1373-2B18-45DF-4BB3FA4D6CC8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86D75C-1D4B-31F0-4436-C933903FEC1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80" y="216996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E86724CA-A51C-CFD8-19BB-6241779F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61CD57BA-3C26-757B-D3E7-65B9E47F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09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er and Content@@TI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CC1D01-1724-0610-AC27-D683E4E99806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8" name="Rectangle 22">
              <a:extLst>
                <a:ext uri="{FF2B5EF4-FFF2-40B4-BE49-F238E27FC236}">
                  <a16:creationId xmlns:a16="http://schemas.microsoft.com/office/drawing/2014/main" id="{B9D03133-9AF3-7485-1923-FA3DB9869D68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Diagonal Stripe 9">
              <a:extLst>
                <a:ext uri="{FF2B5EF4-FFF2-40B4-BE49-F238E27FC236}">
                  <a16:creationId xmlns:a16="http://schemas.microsoft.com/office/drawing/2014/main" id="{4A3F999B-7ECB-95D4-A914-B935F8649BFC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1" name="Rectangle 22">
              <a:extLst>
                <a:ext uri="{FF2B5EF4-FFF2-40B4-BE49-F238E27FC236}">
                  <a16:creationId xmlns:a16="http://schemas.microsoft.com/office/drawing/2014/main" id="{9ED68FC4-23C6-7042-649C-063F41CA1AB1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6773-ED32-3F1A-618B-122334185E17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224279" y="836123"/>
            <a:ext cx="11737871" cy="5513017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 (Century Gothic – 20 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28pts.)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6CD711-47A7-0448-14AA-60ABA2D2FAAC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F210219C-BE8E-583C-3A6E-A00E7C15D86F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18">
              <a:extLst>
                <a:ext uri="{FF2B5EF4-FFF2-40B4-BE49-F238E27FC236}">
                  <a16:creationId xmlns:a16="http://schemas.microsoft.com/office/drawing/2014/main" id="{54A245EF-1067-37FB-5E19-45C4D76D34E5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bg object 19">
              <a:extLst>
                <a:ext uri="{FF2B5EF4-FFF2-40B4-BE49-F238E27FC236}">
                  <a16:creationId xmlns:a16="http://schemas.microsoft.com/office/drawing/2014/main" id="{EB0205C2-1373-2B18-45DF-4BB3FA4D6CC8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86D75C-1D4B-31F0-4436-C933903FEC1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80" y="216996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E86724CA-A51C-CFD8-19BB-6241779F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61CD57BA-3C26-757B-D3E7-65B9E47F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22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Special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0CDBECB-CC53-EA4D-4B09-C0197A5E8E5E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14" name="Rectangle 22">
              <a:extLst>
                <a:ext uri="{FF2B5EF4-FFF2-40B4-BE49-F238E27FC236}">
                  <a16:creationId xmlns:a16="http://schemas.microsoft.com/office/drawing/2014/main" id="{EA209D06-5FCE-6995-D340-7E129BEA5435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7D6CB08E-5866-E222-1380-4F6854C126E4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E73AF023-2C7F-C951-3ED3-5CBE39A89B36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9332D-ADE1-6912-D45F-4A8B583D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29EC0-BBB6-E534-561E-694239E5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EB9D46-FDA2-0F82-AFAD-4A84410EC006}"/>
              </a:ext>
            </a:extLst>
          </p:cNvPr>
          <p:cNvSpPr/>
          <p:nvPr userDrawn="1"/>
        </p:nvSpPr>
        <p:spPr>
          <a:xfrm>
            <a:off x="6195524" y="1492898"/>
            <a:ext cx="5424196" cy="4189445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4517B-FC3B-E64C-DF7D-D4DF26FE9C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80" y="217762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53709E1-4765-3905-635A-6C1A7704EE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7116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16F843B-DDA6-50AD-66FC-DAC54CBCFF4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83901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059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eci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8B90EC1-F584-82E1-8B45-3881D50D6118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4" name="Rectangle 22">
              <a:extLst>
                <a:ext uri="{FF2B5EF4-FFF2-40B4-BE49-F238E27FC236}">
                  <a16:creationId xmlns:a16="http://schemas.microsoft.com/office/drawing/2014/main" id="{8B925440-2E4D-E7AC-604B-3EAE6980CD9A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Diagonal Stripe 12">
              <a:extLst>
                <a:ext uri="{FF2B5EF4-FFF2-40B4-BE49-F238E27FC236}">
                  <a16:creationId xmlns:a16="http://schemas.microsoft.com/office/drawing/2014/main" id="{03BBA1A6-C388-3400-FCEC-75F6ED5B91D0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FE52E754-4636-86DB-61FF-5C1F8366330F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5F9B24-2E0F-C20A-CFD9-31C61DCE7AAA}"/>
              </a:ext>
            </a:extLst>
          </p:cNvPr>
          <p:cNvSpPr/>
          <p:nvPr userDrawn="1"/>
        </p:nvSpPr>
        <p:spPr>
          <a:xfrm>
            <a:off x="6195524" y="1492898"/>
            <a:ext cx="5424196" cy="4189445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2B374F-C5C4-FC99-3E88-3C79B4BEFB2B}"/>
              </a:ext>
            </a:extLst>
          </p:cNvPr>
          <p:cNvSpPr/>
          <p:nvPr userDrawn="1"/>
        </p:nvSpPr>
        <p:spPr>
          <a:xfrm>
            <a:off x="615818" y="1492898"/>
            <a:ext cx="5424196" cy="4189445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39BCC-7BE4-FE0C-CEF4-1CCA539FEB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7116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D3921-4A8E-5217-62C4-A09B224D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08D69-C3CA-76AB-F35A-C8D7C40A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ECF1EE-6B75-1FE3-B332-9896D1B6FEF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83901" y="1825625"/>
            <a:ext cx="5181600" cy="385671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(Century Gothic – 20pts.)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Second level (Century Gothic – 18pts.)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Third level (Century Gothic – 16pts.)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Fourth level (Century Gothic – 14pts.)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Fifth level (Century Gothic – 12pts.)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C0693F-483C-9018-875D-5DF09DE1FE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76" y="210170"/>
            <a:ext cx="10482303" cy="44665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3690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8AEBCCA-99E7-17E3-3248-2363134BFEE7}"/>
              </a:ext>
            </a:extLst>
          </p:cNvPr>
          <p:cNvGrpSpPr/>
          <p:nvPr userDrawn="1"/>
        </p:nvGrpSpPr>
        <p:grpSpPr>
          <a:xfrm>
            <a:off x="224280" y="186873"/>
            <a:ext cx="9808363" cy="445686"/>
            <a:chOff x="224280" y="186873"/>
            <a:chExt cx="9808363" cy="445686"/>
          </a:xfrm>
        </p:grpSpPr>
        <p:sp>
          <p:nvSpPr>
            <p:cNvPr id="11" name="Rectangle 22">
              <a:extLst>
                <a:ext uri="{FF2B5EF4-FFF2-40B4-BE49-F238E27FC236}">
                  <a16:creationId xmlns:a16="http://schemas.microsoft.com/office/drawing/2014/main" id="{15D1AF33-0926-CEC4-7B86-5252F1998CF7}"/>
                </a:ext>
              </a:extLst>
            </p:cNvPr>
            <p:cNvSpPr/>
            <p:nvPr userDrawn="1"/>
          </p:nvSpPr>
          <p:spPr>
            <a:xfrm>
              <a:off x="224280" y="186873"/>
              <a:ext cx="9428360" cy="445686"/>
            </a:xfrm>
            <a:prstGeom prst="snip1Rect">
              <a:avLst>
                <a:gd name="adj" fmla="val 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Diagonal Stripe 13">
              <a:extLst>
                <a:ext uri="{FF2B5EF4-FFF2-40B4-BE49-F238E27FC236}">
                  <a16:creationId xmlns:a16="http://schemas.microsoft.com/office/drawing/2014/main" id="{9B2E6042-CF09-D180-6E8C-40CBE9FF0E96}"/>
                </a:ext>
              </a:extLst>
            </p:cNvPr>
            <p:cNvSpPr/>
            <p:nvPr userDrawn="1"/>
          </p:nvSpPr>
          <p:spPr>
            <a:xfrm>
              <a:off x="9652640" y="186873"/>
              <a:ext cx="380003" cy="445686"/>
            </a:xfrm>
            <a:prstGeom prst="diagStripe">
              <a:avLst/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919303D2-1D4D-2707-C27D-0EFD3BC612A8}"/>
                </a:ext>
              </a:extLst>
            </p:cNvPr>
            <p:cNvSpPr/>
            <p:nvPr userDrawn="1"/>
          </p:nvSpPr>
          <p:spPr>
            <a:xfrm rot="5400000">
              <a:off x="9564118" y="114409"/>
              <a:ext cx="254318" cy="399246"/>
            </a:xfrm>
            <a:prstGeom prst="snip1Rect">
              <a:avLst>
                <a:gd name="adj" fmla="val 50000"/>
              </a:avLst>
            </a:prstGeom>
            <a:solidFill>
              <a:srgbClr val="2957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518B27-1E8D-DD25-A904-8784426A3DBB}"/>
              </a:ext>
            </a:extLst>
          </p:cNvPr>
          <p:cNvSpPr/>
          <p:nvPr userDrawn="1"/>
        </p:nvSpPr>
        <p:spPr>
          <a:xfrm>
            <a:off x="615817" y="1404248"/>
            <a:ext cx="10860835" cy="4753956"/>
          </a:xfrm>
          <a:prstGeom prst="roundRect">
            <a:avLst>
              <a:gd name="adj" fmla="val 530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281F0-D9B1-73F4-E21B-B7E88DA6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B775A0-47DD-F8AD-62CD-90651DC9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74DDCDA-8CBD-DC85-9482-B0ADCE790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80" y="230072"/>
            <a:ext cx="10515600" cy="452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 (Century Gothic Bold – 24pts)</a:t>
            </a:r>
            <a:endParaRPr lang="en-IN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0B935FA-93A8-A702-0FB6-E67CCBCC061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737116" y="1603948"/>
            <a:ext cx="10565468" cy="4078395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ED7D31"/>
              </a:buClr>
              <a:buFont typeface="Wingdings" panose="05000000000000000000" pitchFamily="2" charset="2"/>
              <a:buNone/>
              <a:defRPr sz="2000">
                <a:latin typeface="Century Gothic" panose="020B0502020202020204" pitchFamily="34" charset="0"/>
              </a:defRPr>
            </a:lvl1pPr>
            <a:lvl2pPr marL="457200" indent="0">
              <a:buClr>
                <a:srgbClr val="ED7D31"/>
              </a:buClr>
              <a:buFont typeface="Wingdings" panose="05000000000000000000" pitchFamily="2" charset="2"/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Clr>
                <a:srgbClr val="ED7D31"/>
              </a:buClr>
              <a:buFont typeface="Wingdings" panose="05000000000000000000" pitchFamily="2" charset="2"/>
              <a:buNone/>
              <a:defRPr sz="1600">
                <a:latin typeface="Century Gothic" panose="020B0502020202020204" pitchFamily="34" charset="0"/>
              </a:defRPr>
            </a:lvl3pPr>
            <a:lvl4pPr marL="1371600" indent="0">
              <a:buClr>
                <a:srgbClr val="ED7D31"/>
              </a:buClr>
              <a:buFont typeface="Wingdings" panose="05000000000000000000" pitchFamily="2" charset="2"/>
              <a:buNone/>
              <a:defRPr sz="1400">
                <a:latin typeface="Century Gothic" panose="020B0502020202020204" pitchFamily="34" charset="0"/>
              </a:defRPr>
            </a:lvl4pPr>
            <a:lvl5pPr marL="1828800" indent="0">
              <a:buClr>
                <a:srgbClr val="ED7D31"/>
              </a:buClr>
              <a:buFont typeface="Wingdings" panose="05000000000000000000" pitchFamily="2" charset="2"/>
              <a:buNone/>
              <a:defRPr sz="1200">
                <a:latin typeface="Century Gothic" panose="020B0502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edit Master text styles (Century Gothic – 20pts.)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58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8BB926-4B06-FD26-7001-F6D31AE673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7321A07-1867-C276-682C-F8A004D25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1298101"/>
            <a:ext cx="927171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rgbClr val="ED7D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 (Century Gothic – 40 pts)</a:t>
            </a:r>
            <a:endParaRPr lang="en-IN"/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8BCA0F51-7D5A-CFF4-8210-7207E369EA4F}"/>
              </a:ext>
            </a:extLst>
          </p:cNvPr>
          <p:cNvSpPr/>
          <p:nvPr userDrawn="1"/>
        </p:nvSpPr>
        <p:spPr>
          <a:xfrm>
            <a:off x="1239727" y="3556726"/>
            <a:ext cx="1235015" cy="450816"/>
          </a:xfrm>
          <a:prstGeom prst="flowChartInputOutpu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F7431C23-4611-FA5F-3D1B-9A7D21B73B93}"/>
              </a:ext>
            </a:extLst>
          </p:cNvPr>
          <p:cNvSpPr/>
          <p:nvPr userDrawn="1"/>
        </p:nvSpPr>
        <p:spPr>
          <a:xfrm>
            <a:off x="901428" y="3556726"/>
            <a:ext cx="1235015" cy="450816"/>
          </a:xfrm>
          <a:prstGeom prst="flowChartInputOutpu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D1509-B251-9EF9-9630-44CF591CBA88}"/>
              </a:ext>
            </a:extLst>
          </p:cNvPr>
          <p:cNvSpPr/>
          <p:nvPr userDrawn="1"/>
        </p:nvSpPr>
        <p:spPr>
          <a:xfrm>
            <a:off x="-4396" y="3556726"/>
            <a:ext cx="1145638" cy="4523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9EE7F0B3-1FCF-6503-3BE3-C8B36AF101D3}"/>
              </a:ext>
            </a:extLst>
          </p:cNvPr>
          <p:cNvSpPr/>
          <p:nvPr userDrawn="1"/>
        </p:nvSpPr>
        <p:spPr>
          <a:xfrm>
            <a:off x="802943" y="3556726"/>
            <a:ext cx="1235015" cy="450816"/>
          </a:xfrm>
          <a:prstGeom prst="flowChartInputOut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0C653C6F-46E9-E147-38D2-93DEA013177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53859" y="153679"/>
            <a:ext cx="1341965" cy="567537"/>
          </a:xfrm>
          <a:prstGeom prst="rect">
            <a:avLst/>
          </a:prstGeom>
        </p:spPr>
      </p:pic>
      <p:sp>
        <p:nvSpPr>
          <p:cNvPr id="5" name="frSlideMaster21.Thank you Slide LayoutFooter" descr="Information Classification: UTI AMC - Confidential">
            <a:extLst>
              <a:ext uri="{FF2B5EF4-FFF2-40B4-BE49-F238E27FC236}">
                <a16:creationId xmlns:a16="http://schemas.microsoft.com/office/drawing/2014/main" id="{4F716377-EBCF-51B7-062E-B36B7629FEF6}"/>
              </a:ext>
            </a:extLst>
          </p:cNvPr>
          <p:cNvSpPr txBox="1"/>
          <p:nvPr userDrawn="1"/>
        </p:nvSpPr>
        <p:spPr>
          <a:xfrm>
            <a:off x="8153400" y="6415801"/>
            <a:ext cx="3833191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000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Information Classification: 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50611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8BB926-4B06-FD26-7001-F6D31AE673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6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7321A07-1867-C276-682C-F8A004D25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1298101"/>
            <a:ext cx="9245958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rgbClr val="ED7D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 (Century Gothic – 40 pts)</a:t>
            </a:r>
            <a:endParaRPr lang="en-IN"/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8BCA0F51-7D5A-CFF4-8210-7207E369EA4F}"/>
              </a:ext>
            </a:extLst>
          </p:cNvPr>
          <p:cNvSpPr/>
          <p:nvPr userDrawn="1"/>
        </p:nvSpPr>
        <p:spPr>
          <a:xfrm>
            <a:off x="1239727" y="3556726"/>
            <a:ext cx="1235015" cy="450816"/>
          </a:xfrm>
          <a:prstGeom prst="flowChartInputOutpu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F7431C23-4611-FA5F-3D1B-9A7D21B73B93}"/>
              </a:ext>
            </a:extLst>
          </p:cNvPr>
          <p:cNvSpPr/>
          <p:nvPr userDrawn="1"/>
        </p:nvSpPr>
        <p:spPr>
          <a:xfrm>
            <a:off x="901428" y="3556726"/>
            <a:ext cx="1235015" cy="450816"/>
          </a:xfrm>
          <a:prstGeom prst="flowChartInputOutpu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D1509-B251-9EF9-9630-44CF591CBA88}"/>
              </a:ext>
            </a:extLst>
          </p:cNvPr>
          <p:cNvSpPr/>
          <p:nvPr userDrawn="1"/>
        </p:nvSpPr>
        <p:spPr>
          <a:xfrm>
            <a:off x="-4396" y="3556726"/>
            <a:ext cx="1145638" cy="4523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9EE7F0B3-1FCF-6503-3BE3-C8B36AF101D3}"/>
              </a:ext>
            </a:extLst>
          </p:cNvPr>
          <p:cNvSpPr/>
          <p:nvPr userDrawn="1"/>
        </p:nvSpPr>
        <p:spPr>
          <a:xfrm>
            <a:off x="802943" y="3556726"/>
            <a:ext cx="1235015" cy="450816"/>
          </a:xfrm>
          <a:prstGeom prst="flowChartInputOut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0C653C6F-46E9-E147-38D2-93DEA013177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53859" y="153679"/>
            <a:ext cx="1341965" cy="56753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583680"/>
            <a:ext cx="12192000" cy="2858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entury Gothic" panose="020B0502020202020204" pitchFamily="34" charset="0"/>
              </a:rPr>
              <a:t>Mutual Fund Investments are subject to market risks, read all scheme related documents carefully.</a:t>
            </a:r>
            <a:endParaRPr lang="en-IN" sz="1400">
              <a:latin typeface="Century Gothic" panose="020B0502020202020204" pitchFamily="34" charset="0"/>
            </a:endParaRPr>
          </a:p>
        </p:txBody>
      </p:sp>
      <p:sp>
        <p:nvSpPr>
          <p:cNvPr id="5" name="frSlideMaster21.Thank you Slide LayoutFooter" descr="Information Classification: UTI AMC - Confidential">
            <a:extLst>
              <a:ext uri="{FF2B5EF4-FFF2-40B4-BE49-F238E27FC236}">
                <a16:creationId xmlns:a16="http://schemas.microsoft.com/office/drawing/2014/main" id="{DC59E03B-6742-5632-70E6-544F02C51B79}"/>
              </a:ext>
            </a:extLst>
          </p:cNvPr>
          <p:cNvSpPr txBox="1"/>
          <p:nvPr userDrawn="1"/>
        </p:nvSpPr>
        <p:spPr>
          <a:xfrm>
            <a:off x="8153400" y="6236896"/>
            <a:ext cx="3833191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000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Information Classification: 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75749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09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1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67BC721-5B2F-AFE6-8489-ABFFF7D6165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51" y="8029"/>
            <a:ext cx="1661163" cy="82601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C1390EC-DD33-E65C-73E3-9F4CE1F3BD44}"/>
              </a:ext>
            </a:extLst>
          </p:cNvPr>
          <p:cNvSpPr txBox="1">
            <a:spLocks/>
          </p:cNvSpPr>
          <p:nvPr userDrawn="1"/>
        </p:nvSpPr>
        <p:spPr>
          <a:xfrm>
            <a:off x="-18014" y="6390765"/>
            <a:ext cx="5693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BB0B7D4-E708-40FC-931B-34C851E1E75C}" type="slidenum">
              <a:rPr lang="en-IN" sz="1200" smtClean="0"/>
              <a:pPr algn="ctr"/>
              <a:t>‹#›</a:t>
            </a:fld>
            <a:endParaRPr lang="en-IN" sz="12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B2032C-7BFB-9F5E-E473-BC90D9956025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7" name="bg object 17">
              <a:extLst>
                <a:ext uri="{FF2B5EF4-FFF2-40B4-BE49-F238E27FC236}">
                  <a16:creationId xmlns:a16="http://schemas.microsoft.com/office/drawing/2014/main" id="{1C882BD9-F51C-FA67-4079-6F457C4E343E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bg object 18">
              <a:extLst>
                <a:ext uri="{FF2B5EF4-FFF2-40B4-BE49-F238E27FC236}">
                  <a16:creationId xmlns:a16="http://schemas.microsoft.com/office/drawing/2014/main" id="{4664D23C-18F3-A329-C7C9-A639EB966569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bg object 19">
              <a:extLst>
                <a:ext uri="{FF2B5EF4-FFF2-40B4-BE49-F238E27FC236}">
                  <a16:creationId xmlns:a16="http://schemas.microsoft.com/office/drawing/2014/main" id="{074028A7-139C-3769-A5C4-D981FA25C6F6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frSlideMaster.Custom LayoutFooter" descr="Information Classification: UTI AMC - Confidential">
            <a:extLst>
              <a:ext uri="{FF2B5EF4-FFF2-40B4-BE49-F238E27FC236}">
                <a16:creationId xmlns:a16="http://schemas.microsoft.com/office/drawing/2014/main" id="{B7376DFD-C91A-A263-5E63-A776AF18D8F6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Information Classification: </a:t>
            </a:r>
            <a:r>
              <a:rPr lang="en-IN" sz="1200" b="0" i="0" u="none" baseline="0">
                <a:solidFill>
                  <a:srgbClr val="9999FF"/>
                </a:solidFill>
                <a:latin typeface="Microsoft Sans Serif" panose="020B0604020202020204" pitchFamily="34" charset="0"/>
              </a:rPr>
              <a:t>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4103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9" r:id="rId2"/>
    <p:sldLayoutId id="2147483679" r:id="rId3"/>
    <p:sldLayoutId id="2147483670" r:id="rId4"/>
    <p:sldLayoutId id="2147483671" r:id="rId5"/>
    <p:sldLayoutId id="2147483672" r:id="rId6"/>
    <p:sldLayoutId id="2147483673" r:id="rId7"/>
    <p:sldLayoutId id="214748367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267CC-935B-30EA-C7BC-7C0E4ABA3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989E8-53DF-079F-9D7B-842C9CF46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7BC721-5B2F-AFE6-8489-ABFFF7D6165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51" y="8029"/>
            <a:ext cx="1661163" cy="82601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C1390EC-DD33-E65C-73E3-9F4CE1F3BD44}"/>
              </a:ext>
            </a:extLst>
          </p:cNvPr>
          <p:cNvSpPr txBox="1">
            <a:spLocks/>
          </p:cNvSpPr>
          <p:nvPr userDrawn="1"/>
        </p:nvSpPr>
        <p:spPr>
          <a:xfrm>
            <a:off x="-18014" y="6390765"/>
            <a:ext cx="5693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BB0B7D4-E708-40FC-931B-34C851E1E75C}" type="slidenum">
              <a:rPr lang="en-IN" sz="1200" smtClean="0"/>
              <a:pPr algn="ctr"/>
              <a:t>‹#›</a:t>
            </a:fld>
            <a:endParaRPr lang="en-IN" sz="12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B2032C-7BFB-9F5E-E473-BC90D9956025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7" name="bg object 17">
              <a:extLst>
                <a:ext uri="{FF2B5EF4-FFF2-40B4-BE49-F238E27FC236}">
                  <a16:creationId xmlns:a16="http://schemas.microsoft.com/office/drawing/2014/main" id="{1C882BD9-F51C-FA67-4079-6F457C4E343E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bg object 18">
              <a:extLst>
                <a:ext uri="{FF2B5EF4-FFF2-40B4-BE49-F238E27FC236}">
                  <a16:creationId xmlns:a16="http://schemas.microsoft.com/office/drawing/2014/main" id="{4664D23C-18F3-A329-C7C9-A639EB966569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bg object 19">
              <a:extLst>
                <a:ext uri="{FF2B5EF4-FFF2-40B4-BE49-F238E27FC236}">
                  <a16:creationId xmlns:a16="http://schemas.microsoft.com/office/drawing/2014/main" id="{074028A7-139C-3769-A5C4-D981FA25C6F6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fr" descr="Information Classification: UTI AMC - Public">
            <a:extLst>
              <a:ext uri="{FF2B5EF4-FFF2-40B4-BE49-F238E27FC236}">
                <a16:creationId xmlns:a16="http://schemas.microsoft.com/office/drawing/2014/main" id="{5898CCB8-553A-C48F-8770-9A04D773CB9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Information Classification: </a:t>
            </a:r>
            <a:r>
              <a:rPr lang="en-IN" sz="1200" b="0" i="0" u="none" baseline="0">
                <a:solidFill>
                  <a:srgbClr val="9999FF"/>
                </a:solidFill>
                <a:latin typeface="Microsoft Sans Serif" panose="020B0604020202020204" pitchFamily="34" charset="0"/>
              </a:rPr>
              <a:t>UTI AMC - Public</a:t>
            </a:r>
          </a:p>
        </p:txBody>
      </p:sp>
    </p:spTree>
    <p:extLst>
      <p:ext uri="{BB962C8B-B14F-4D97-AF65-F5344CB8AC3E}">
        <p14:creationId xmlns:p14="http://schemas.microsoft.com/office/powerpoint/2010/main" val="94636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267CC-935B-30EA-C7BC-7C0E4ABA3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101D0-3F39-4D06-9599-3F71C9762131}" type="datetimeFigureOut">
              <a:rPr lang="en-IN" smtClean="0"/>
              <a:t>07/07/2026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989E8-53DF-079F-9D7B-842C9CF46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7BC721-5B2F-AFE6-8489-ABFFF7D6165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51" y="8029"/>
            <a:ext cx="1661163" cy="82601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C1390EC-DD33-E65C-73E3-9F4CE1F3BD44}"/>
              </a:ext>
            </a:extLst>
          </p:cNvPr>
          <p:cNvSpPr txBox="1">
            <a:spLocks/>
          </p:cNvSpPr>
          <p:nvPr userDrawn="1"/>
        </p:nvSpPr>
        <p:spPr>
          <a:xfrm>
            <a:off x="-18014" y="6390765"/>
            <a:ext cx="5693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BB0B7D4-E708-40FC-931B-34C851E1E75C}" type="slidenum">
              <a:rPr lang="en-IN" sz="1200" smtClean="0"/>
              <a:pPr algn="ctr"/>
              <a:t>‹#›</a:t>
            </a:fld>
            <a:endParaRPr lang="en-IN" sz="12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B2032C-7BFB-9F5E-E473-BC90D9956025}"/>
              </a:ext>
            </a:extLst>
          </p:cNvPr>
          <p:cNvGrpSpPr/>
          <p:nvPr userDrawn="1"/>
        </p:nvGrpSpPr>
        <p:grpSpPr>
          <a:xfrm>
            <a:off x="-4396" y="6728684"/>
            <a:ext cx="12200792" cy="129316"/>
            <a:chOff x="43" y="8064277"/>
            <a:chExt cx="14630941" cy="165735"/>
          </a:xfrm>
        </p:grpSpPr>
        <p:sp>
          <p:nvSpPr>
            <p:cNvPr id="7" name="bg object 17">
              <a:extLst>
                <a:ext uri="{FF2B5EF4-FFF2-40B4-BE49-F238E27FC236}">
                  <a16:creationId xmlns:a16="http://schemas.microsoft.com/office/drawing/2014/main" id="{1C882BD9-F51C-FA67-4079-6F457C4E343E}"/>
                </a:ext>
              </a:extLst>
            </p:cNvPr>
            <p:cNvSpPr/>
            <p:nvPr userDrawn="1"/>
          </p:nvSpPr>
          <p:spPr>
            <a:xfrm>
              <a:off x="4772843" y="8064277"/>
              <a:ext cx="6576059" cy="165735"/>
            </a:xfrm>
            <a:custGeom>
              <a:avLst/>
              <a:gdLst/>
              <a:ahLst/>
              <a:cxnLst/>
              <a:rect l="l" t="t" r="r" b="b"/>
              <a:pathLst>
                <a:path w="6576059" h="165734">
                  <a:moveTo>
                    <a:pt x="6575443" y="0"/>
                  </a:moveTo>
                  <a:lnTo>
                    <a:pt x="259148" y="0"/>
                  </a:lnTo>
                  <a:lnTo>
                    <a:pt x="0" y="165322"/>
                  </a:lnTo>
                  <a:lnTo>
                    <a:pt x="6414486" y="165322"/>
                  </a:lnTo>
                  <a:lnTo>
                    <a:pt x="6575443" y="0"/>
                  </a:lnTo>
                  <a:close/>
                </a:path>
              </a:pathLst>
            </a:custGeom>
            <a:solidFill>
              <a:srgbClr val="167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bg object 18">
              <a:extLst>
                <a:ext uri="{FF2B5EF4-FFF2-40B4-BE49-F238E27FC236}">
                  <a16:creationId xmlns:a16="http://schemas.microsoft.com/office/drawing/2014/main" id="{4664D23C-18F3-A329-C7C9-A639EB966569}"/>
                </a:ext>
              </a:extLst>
            </p:cNvPr>
            <p:cNvSpPr/>
            <p:nvPr userDrawn="1"/>
          </p:nvSpPr>
          <p:spPr>
            <a:xfrm>
              <a:off x="10081844" y="8064277"/>
              <a:ext cx="4549140" cy="165735"/>
            </a:xfrm>
            <a:custGeom>
              <a:avLst/>
              <a:gdLst/>
              <a:ahLst/>
              <a:cxnLst/>
              <a:rect l="l" t="t" r="r" b="b"/>
              <a:pathLst>
                <a:path w="4549140" h="165734">
                  <a:moveTo>
                    <a:pt x="4548555" y="0"/>
                  </a:moveTo>
                  <a:lnTo>
                    <a:pt x="168433" y="0"/>
                  </a:lnTo>
                  <a:lnTo>
                    <a:pt x="0" y="165322"/>
                  </a:lnTo>
                  <a:lnTo>
                    <a:pt x="4548555" y="165322"/>
                  </a:lnTo>
                  <a:lnTo>
                    <a:pt x="4548555" y="0"/>
                  </a:lnTo>
                  <a:close/>
                </a:path>
              </a:pathLst>
            </a:custGeom>
            <a:solidFill>
              <a:srgbClr val="F18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bg object 19">
              <a:extLst>
                <a:ext uri="{FF2B5EF4-FFF2-40B4-BE49-F238E27FC236}">
                  <a16:creationId xmlns:a16="http://schemas.microsoft.com/office/drawing/2014/main" id="{074028A7-139C-3769-A5C4-D981FA25C6F6}"/>
                </a:ext>
              </a:extLst>
            </p:cNvPr>
            <p:cNvSpPr/>
            <p:nvPr userDrawn="1"/>
          </p:nvSpPr>
          <p:spPr>
            <a:xfrm>
              <a:off x="43" y="8064277"/>
              <a:ext cx="7002780" cy="165735"/>
            </a:xfrm>
            <a:custGeom>
              <a:avLst/>
              <a:gdLst/>
              <a:ahLst/>
              <a:cxnLst/>
              <a:rect l="l" t="t" r="r" b="b"/>
              <a:pathLst>
                <a:path w="7002780" h="165734">
                  <a:moveTo>
                    <a:pt x="7002404" y="0"/>
                  </a:moveTo>
                  <a:lnTo>
                    <a:pt x="0" y="0"/>
                  </a:lnTo>
                  <a:lnTo>
                    <a:pt x="0" y="165322"/>
                  </a:lnTo>
                  <a:lnTo>
                    <a:pt x="6742532" y="165322"/>
                  </a:lnTo>
                  <a:lnTo>
                    <a:pt x="7002404" y="0"/>
                  </a:lnTo>
                  <a:close/>
                </a:path>
              </a:pathLst>
            </a:custGeom>
            <a:solidFill>
              <a:srgbClr val="044F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frSlideMaster21.Thank you Slide LayoutFooter" descr="Information Classification: UTI AMC - Confidential">
            <a:extLst>
              <a:ext uri="{FF2B5EF4-FFF2-40B4-BE49-F238E27FC236}">
                <a16:creationId xmlns:a16="http://schemas.microsoft.com/office/drawing/2014/main" id="{8D13333F-D950-ED69-88E8-6DC72DA2FA44}"/>
              </a:ext>
            </a:extLst>
          </p:cNvPr>
          <p:cNvSpPr txBox="1"/>
          <p:nvPr userDrawn="1"/>
        </p:nvSpPr>
        <p:spPr>
          <a:xfrm>
            <a:off x="8153400" y="6415801"/>
            <a:ext cx="3833191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0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Information Classification: </a:t>
            </a:r>
            <a:r>
              <a:rPr lang="en-IN" sz="1000" b="0" i="0" u="none" baseline="0">
                <a:solidFill>
                  <a:srgbClr val="9999FF"/>
                </a:solidFill>
                <a:latin typeface="Microsoft Sans Serif" panose="020B0604020202020204" pitchFamily="34" charset="0"/>
              </a:rPr>
              <a:t>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6847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00E8-E8FD-6B3B-5901-E23E80E8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8A536-2DBC-0300-DE3D-12AE44066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0" y="3293725"/>
            <a:ext cx="9271715" cy="1500187"/>
          </a:xfrm>
        </p:spPr>
        <p:txBody>
          <a:bodyPr/>
          <a:lstStyle/>
          <a:p>
            <a:r>
              <a:rPr lang="en-IN" dirty="0"/>
              <a:t>Date</a:t>
            </a:r>
          </a:p>
        </p:txBody>
      </p:sp>
      <p:sp>
        <p:nvSpPr>
          <p:cNvPr id="5" name="frSlide1Footer" descr="Information Classification: UTI AMC - Confidential">
            <a:extLst>
              <a:ext uri="{FF2B5EF4-FFF2-40B4-BE49-F238E27FC236}">
                <a16:creationId xmlns:a16="http://schemas.microsoft.com/office/drawing/2014/main" id="{50FB65F1-784B-C170-6952-7BFA6616CA14}"/>
              </a:ext>
            </a:extLst>
          </p:cNvPr>
          <p:cNvSpPr txBox="1"/>
          <p:nvPr/>
        </p:nvSpPr>
        <p:spPr>
          <a:xfrm>
            <a:off x="0" y="6484620"/>
            <a:ext cx="12192000" cy="369332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pPr algn="r"/>
            <a:r>
              <a:rPr lang="en-IN" sz="120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Information Classification: </a:t>
            </a:r>
            <a:r>
              <a:rPr lang="en-IN" sz="1200">
                <a:solidFill>
                  <a:srgbClr val="9999FF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085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39BA50-5194-58D6-F8D9-92B6135EE9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500"/>
          <a:stretch/>
        </p:blipFill>
        <p:spPr>
          <a:xfrm flipH="1">
            <a:off x="0" y="0"/>
            <a:ext cx="3359426" cy="6858000"/>
          </a:xfrm>
          <a:prstGeom prst="rect">
            <a:avLst/>
          </a:prstGeom>
        </p:spPr>
      </p:pic>
      <p:sp>
        <p:nvSpPr>
          <p:cNvPr id="64" name="Text Placeholder 3"/>
          <p:cNvSpPr txBox="1">
            <a:spLocks/>
          </p:cNvSpPr>
          <p:nvPr/>
        </p:nvSpPr>
        <p:spPr>
          <a:xfrm>
            <a:off x="385414" y="235416"/>
            <a:ext cx="3943349" cy="73866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AGENDA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DF7260-830A-D589-836E-6FA379E56673}"/>
              </a:ext>
            </a:extLst>
          </p:cNvPr>
          <p:cNvGrpSpPr/>
          <p:nvPr/>
        </p:nvGrpSpPr>
        <p:grpSpPr>
          <a:xfrm>
            <a:off x="3174089" y="1081194"/>
            <a:ext cx="8239628" cy="477644"/>
            <a:chOff x="3830072" y="1081194"/>
            <a:chExt cx="8239628" cy="477644"/>
          </a:xfrm>
        </p:grpSpPr>
        <p:sp>
          <p:nvSpPr>
            <p:cNvPr id="60" name="Rectangle 59"/>
            <p:cNvSpPr/>
            <p:nvPr/>
          </p:nvSpPr>
          <p:spPr>
            <a:xfrm>
              <a:off x="3830072" y="1081194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01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799117" y="1081194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endParaRPr lang="en-IN" sz="1200" dirty="0">
                <a:solidFill>
                  <a:prstClr val="black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17280B-4DBA-16D5-3EFF-6A24CBA01DE1}"/>
              </a:ext>
            </a:extLst>
          </p:cNvPr>
          <p:cNvGrpSpPr/>
          <p:nvPr/>
        </p:nvGrpSpPr>
        <p:grpSpPr>
          <a:xfrm>
            <a:off x="3174089" y="1568831"/>
            <a:ext cx="8239628" cy="477644"/>
            <a:chOff x="3830072" y="1505166"/>
            <a:chExt cx="8239628" cy="477644"/>
          </a:xfrm>
        </p:grpSpPr>
        <p:sp>
          <p:nvSpPr>
            <p:cNvPr id="61" name="Rectangle 60"/>
            <p:cNvSpPr/>
            <p:nvPr/>
          </p:nvSpPr>
          <p:spPr>
            <a:xfrm>
              <a:off x="3830072" y="1505166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02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799117" y="1505166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endParaRPr lang="en-US" sz="1200" dirty="0">
                <a:solidFill>
                  <a:prstClr val="black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8FA45FB-E55C-447F-2A58-FE0FD65D4C84}"/>
              </a:ext>
            </a:extLst>
          </p:cNvPr>
          <p:cNvGrpSpPr/>
          <p:nvPr/>
        </p:nvGrpSpPr>
        <p:grpSpPr>
          <a:xfrm>
            <a:off x="3174089" y="2046449"/>
            <a:ext cx="8239628" cy="477644"/>
            <a:chOff x="3830072" y="1929137"/>
            <a:chExt cx="8239628" cy="477644"/>
          </a:xfrm>
        </p:grpSpPr>
        <p:sp>
          <p:nvSpPr>
            <p:cNvPr id="62" name="Rectangle 61"/>
            <p:cNvSpPr/>
            <p:nvPr/>
          </p:nvSpPr>
          <p:spPr>
            <a:xfrm>
              <a:off x="3830072" y="1929137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03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799117" y="1929137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endParaRPr lang="en-IN" sz="1399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9D20F47-D249-0670-700F-1DF95B4750FE}"/>
              </a:ext>
            </a:extLst>
          </p:cNvPr>
          <p:cNvGrpSpPr/>
          <p:nvPr/>
        </p:nvGrpSpPr>
        <p:grpSpPr>
          <a:xfrm>
            <a:off x="3174089" y="2524067"/>
            <a:ext cx="8239628" cy="477644"/>
            <a:chOff x="3830072" y="2353109"/>
            <a:chExt cx="8239628" cy="477644"/>
          </a:xfrm>
        </p:grpSpPr>
        <p:sp>
          <p:nvSpPr>
            <p:cNvPr id="63" name="Rectangle 62"/>
            <p:cNvSpPr/>
            <p:nvPr/>
          </p:nvSpPr>
          <p:spPr>
            <a:xfrm>
              <a:off x="3830072" y="2353109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04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799117" y="2353109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endParaRPr lang="en-IN" sz="1200" dirty="0">
                <a:solidFill>
                  <a:prstClr val="black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DD0B3D-0C53-3ED0-6062-CCBF7EBE642D}"/>
              </a:ext>
            </a:extLst>
          </p:cNvPr>
          <p:cNvGrpSpPr/>
          <p:nvPr/>
        </p:nvGrpSpPr>
        <p:grpSpPr>
          <a:xfrm>
            <a:off x="3174089" y="3001685"/>
            <a:ext cx="8239628" cy="477644"/>
            <a:chOff x="3830072" y="2777080"/>
            <a:chExt cx="8239628" cy="477644"/>
          </a:xfrm>
        </p:grpSpPr>
        <p:sp>
          <p:nvSpPr>
            <p:cNvPr id="65" name="Rectangle 64"/>
            <p:cNvSpPr/>
            <p:nvPr/>
          </p:nvSpPr>
          <p:spPr>
            <a:xfrm>
              <a:off x="3830072" y="2777080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05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799117" y="2777080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endParaRPr lang="en-IN" sz="12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73" name="Straight Connector 72"/>
          <p:cNvCxnSpPr/>
          <p:nvPr/>
        </p:nvCxnSpPr>
        <p:spPr>
          <a:xfrm>
            <a:off x="3373426" y="1568844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3373426" y="2524080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3373426" y="3001698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3373426" y="3479316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3373426" y="3956934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3373426" y="4434552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3373426" y="4912170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3373426" y="2046462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3373426" y="5389788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3373426" y="5867406"/>
            <a:ext cx="86330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3373426" y="1558825"/>
            <a:ext cx="8633043" cy="100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ACC165-D047-3B62-A4F9-27AF27D3E044}"/>
              </a:ext>
            </a:extLst>
          </p:cNvPr>
          <p:cNvGrpSpPr/>
          <p:nvPr/>
        </p:nvGrpSpPr>
        <p:grpSpPr>
          <a:xfrm>
            <a:off x="3174089" y="3479303"/>
            <a:ext cx="8239628" cy="477644"/>
            <a:chOff x="3830072" y="3201052"/>
            <a:chExt cx="8239628" cy="477644"/>
          </a:xfrm>
        </p:grpSpPr>
        <p:sp>
          <p:nvSpPr>
            <p:cNvPr id="66" name="Rectangle 65"/>
            <p:cNvSpPr/>
            <p:nvPr/>
          </p:nvSpPr>
          <p:spPr>
            <a:xfrm>
              <a:off x="3830072" y="3201052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06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799117" y="3201052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>
                <a:defRPr/>
              </a:pPr>
              <a:endParaRPr lang="en-US" sz="1200" dirty="0">
                <a:solidFill>
                  <a:prstClr val="black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49652EE-C090-083E-3273-24479318AD79}"/>
              </a:ext>
            </a:extLst>
          </p:cNvPr>
          <p:cNvGrpSpPr/>
          <p:nvPr/>
        </p:nvGrpSpPr>
        <p:grpSpPr>
          <a:xfrm>
            <a:off x="3174089" y="3956921"/>
            <a:ext cx="8239628" cy="477644"/>
            <a:chOff x="3830072" y="3625024"/>
            <a:chExt cx="8239628" cy="477644"/>
          </a:xfrm>
        </p:grpSpPr>
        <p:sp>
          <p:nvSpPr>
            <p:cNvPr id="90" name="Rectangle 89"/>
            <p:cNvSpPr/>
            <p:nvPr/>
          </p:nvSpPr>
          <p:spPr>
            <a:xfrm>
              <a:off x="4799117" y="3625024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endParaRPr lang="en-US" sz="1200" dirty="0">
                <a:solidFill>
                  <a:prstClr val="black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3830072" y="3625024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07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7154D6-41B8-54A3-0157-B3709933B6B3}"/>
              </a:ext>
            </a:extLst>
          </p:cNvPr>
          <p:cNvGrpSpPr/>
          <p:nvPr/>
        </p:nvGrpSpPr>
        <p:grpSpPr>
          <a:xfrm>
            <a:off x="3174089" y="4434539"/>
            <a:ext cx="8239628" cy="477644"/>
            <a:chOff x="3830072" y="4048996"/>
            <a:chExt cx="8239628" cy="477644"/>
          </a:xfrm>
        </p:grpSpPr>
        <p:sp>
          <p:nvSpPr>
            <p:cNvPr id="93" name="Rectangle 92"/>
            <p:cNvSpPr/>
            <p:nvPr/>
          </p:nvSpPr>
          <p:spPr>
            <a:xfrm>
              <a:off x="4799117" y="4048996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>
                <a:defRPr/>
              </a:pPr>
              <a:endParaRPr lang="en-US" sz="1200" dirty="0">
                <a:solidFill>
                  <a:prstClr val="black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3830072" y="4048996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08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95CA3C4-2168-EA1B-C896-73D3376A8318}"/>
              </a:ext>
            </a:extLst>
          </p:cNvPr>
          <p:cNvGrpSpPr/>
          <p:nvPr/>
        </p:nvGrpSpPr>
        <p:grpSpPr>
          <a:xfrm>
            <a:off x="3174089" y="4912157"/>
            <a:ext cx="8239628" cy="477644"/>
            <a:chOff x="3830072" y="4472967"/>
            <a:chExt cx="8239628" cy="477644"/>
          </a:xfrm>
        </p:grpSpPr>
        <p:sp>
          <p:nvSpPr>
            <p:cNvPr id="95" name="Rectangle 94"/>
            <p:cNvSpPr/>
            <p:nvPr/>
          </p:nvSpPr>
          <p:spPr>
            <a:xfrm>
              <a:off x="4799117" y="4472967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>
                <a:defRPr/>
              </a:pPr>
              <a:endParaRPr lang="en-US" sz="1200" dirty="0">
                <a:solidFill>
                  <a:prstClr val="black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3830072" y="4472967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09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2D092B6-6E7A-67C9-DD1D-61231745210C}"/>
              </a:ext>
            </a:extLst>
          </p:cNvPr>
          <p:cNvGrpSpPr/>
          <p:nvPr/>
        </p:nvGrpSpPr>
        <p:grpSpPr>
          <a:xfrm>
            <a:off x="3174089" y="5389775"/>
            <a:ext cx="8239628" cy="477644"/>
            <a:chOff x="3830072" y="4896938"/>
            <a:chExt cx="8239628" cy="477644"/>
          </a:xfrm>
        </p:grpSpPr>
        <p:sp>
          <p:nvSpPr>
            <p:cNvPr id="97" name="Rectangle 96"/>
            <p:cNvSpPr/>
            <p:nvPr/>
          </p:nvSpPr>
          <p:spPr>
            <a:xfrm>
              <a:off x="4799117" y="4896938"/>
              <a:ext cx="7270583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>
                <a:defRPr/>
              </a:pPr>
              <a:endParaRPr lang="en-US" sz="1200" dirty="0">
                <a:solidFill>
                  <a:prstClr val="black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830072" y="4896938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10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449305-FF62-A24B-3EF4-A3BA88B82ED6}"/>
              </a:ext>
            </a:extLst>
          </p:cNvPr>
          <p:cNvGrpSpPr/>
          <p:nvPr/>
        </p:nvGrpSpPr>
        <p:grpSpPr>
          <a:xfrm>
            <a:off x="3174089" y="5867400"/>
            <a:ext cx="8675683" cy="477644"/>
            <a:chOff x="3830072" y="5436647"/>
            <a:chExt cx="8675683" cy="477644"/>
          </a:xfrm>
        </p:grpSpPr>
        <p:sp>
          <p:nvSpPr>
            <p:cNvPr id="108" name="Rectangle 107"/>
            <p:cNvSpPr/>
            <p:nvPr/>
          </p:nvSpPr>
          <p:spPr>
            <a:xfrm>
              <a:off x="3830072" y="5436647"/>
              <a:ext cx="1095668" cy="4776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000" b="1">
                  <a:solidFill>
                    <a:schemeClr val="accent2"/>
                  </a:solidFill>
                  <a:latin typeface="Arial" panose="020B0604020202020204" pitchFamily="34" charset="0"/>
                </a:rPr>
                <a:t>11</a:t>
              </a:r>
              <a:endParaRPr lang="en-IN" sz="14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D1EF06-6A8C-D076-A9A3-FF405E79F961}"/>
                </a:ext>
              </a:extLst>
            </p:cNvPr>
            <p:cNvSpPr txBox="1"/>
            <p:nvPr/>
          </p:nvSpPr>
          <p:spPr>
            <a:xfrm>
              <a:off x="4650701" y="5536969"/>
              <a:ext cx="785505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IN" sz="1200" dirty="0">
                <a:solidFill>
                  <a:prstClr val="black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2B99DD-1091-29EC-874E-596B961A04C5}"/>
              </a:ext>
            </a:extLst>
          </p:cNvPr>
          <p:cNvCxnSpPr>
            <a:cxnSpLocks/>
          </p:cNvCxnSpPr>
          <p:nvPr/>
        </p:nvCxnSpPr>
        <p:spPr>
          <a:xfrm>
            <a:off x="382797" y="990600"/>
            <a:ext cx="11623673" cy="0"/>
          </a:xfrm>
          <a:prstGeom prst="line">
            <a:avLst/>
          </a:prstGeom>
          <a:ln w="47625" cap="rnd">
            <a:solidFill>
              <a:schemeClr val="accent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96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01 - Actions Points From Previous Meeting </a:t>
            </a:r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32C453-98C9-AC06-DC2F-7504BF6D6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307256"/>
              </p:ext>
            </p:extLst>
          </p:nvPr>
        </p:nvGraphicFramePr>
        <p:xfrm>
          <a:off x="210334" y="810908"/>
          <a:ext cx="11771332" cy="5704191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480833">
                  <a:extLst>
                    <a:ext uri="{9D8B030D-6E8A-4147-A177-3AD203B41FA5}">
                      <a16:colId xmlns:a16="http://schemas.microsoft.com/office/drawing/2014/main" val="3795847354"/>
                    </a:ext>
                  </a:extLst>
                </a:gridCol>
                <a:gridCol w="1009387">
                  <a:extLst>
                    <a:ext uri="{9D8B030D-6E8A-4147-A177-3AD203B41FA5}">
                      <a16:colId xmlns:a16="http://schemas.microsoft.com/office/drawing/2014/main" val="3606063565"/>
                    </a:ext>
                  </a:extLst>
                </a:gridCol>
                <a:gridCol w="4349801">
                  <a:extLst>
                    <a:ext uri="{9D8B030D-6E8A-4147-A177-3AD203B41FA5}">
                      <a16:colId xmlns:a16="http://schemas.microsoft.com/office/drawing/2014/main" val="331116249"/>
                    </a:ext>
                  </a:extLst>
                </a:gridCol>
                <a:gridCol w="966865">
                  <a:extLst>
                    <a:ext uri="{9D8B030D-6E8A-4147-A177-3AD203B41FA5}">
                      <a16:colId xmlns:a16="http://schemas.microsoft.com/office/drawing/2014/main" val="1681689231"/>
                    </a:ext>
                  </a:extLst>
                </a:gridCol>
                <a:gridCol w="719085">
                  <a:extLst>
                    <a:ext uri="{9D8B030D-6E8A-4147-A177-3AD203B41FA5}">
                      <a16:colId xmlns:a16="http://schemas.microsoft.com/office/drawing/2014/main" val="1828086064"/>
                    </a:ext>
                  </a:extLst>
                </a:gridCol>
                <a:gridCol w="4245361">
                  <a:extLst>
                    <a:ext uri="{9D8B030D-6E8A-4147-A177-3AD203B41FA5}">
                      <a16:colId xmlns:a16="http://schemas.microsoft.com/office/drawing/2014/main" val="2746982309"/>
                    </a:ext>
                  </a:extLst>
                </a:gridCol>
              </a:tblGrid>
              <a:tr h="228887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000" b="1" kern="100">
                          <a:effectLst/>
                          <a:latin typeface="+mn-lt"/>
                        </a:rPr>
                        <a:t>Sr. No</a:t>
                      </a:r>
                      <a:endParaRPr lang="en-IN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4" marR="55544" marT="8089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000" b="1" kern="100">
                          <a:effectLst/>
                          <a:latin typeface="+mn-lt"/>
                        </a:rPr>
                        <a:t>Meeting</a:t>
                      </a:r>
                      <a:endParaRPr lang="en-IN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4" marR="55544" marT="8089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000" b="1" kern="100">
                          <a:effectLst/>
                          <a:latin typeface="+mn-lt"/>
                        </a:rPr>
                        <a:t>Action Point</a:t>
                      </a:r>
                      <a:endParaRPr lang="en-IN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4" marR="55544" marT="8089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000" b="1" kern="100">
                          <a:effectLst/>
                          <a:latin typeface="+mn-lt"/>
                        </a:rPr>
                        <a:t>Owner</a:t>
                      </a:r>
                      <a:endParaRPr lang="en-IN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4" marR="55544" marT="8089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000" b="1" kern="100">
                          <a:effectLst/>
                          <a:latin typeface="+mn-lt"/>
                        </a:rPr>
                        <a:t>Status </a:t>
                      </a:r>
                      <a:endParaRPr lang="en-IN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4" marR="55544" marT="8089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000" b="1" kern="100">
                          <a:effectLst/>
                          <a:latin typeface="+mn-lt"/>
                        </a:rPr>
                        <a:t>Remarks</a:t>
                      </a:r>
                      <a:endParaRPr lang="en-IN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4" marR="55544" marT="8089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301600"/>
                  </a:ext>
                </a:extLst>
              </a:tr>
              <a:tr h="10867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N" sz="10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 kern="12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0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420137"/>
                  </a:ext>
                </a:extLst>
              </a:tr>
              <a:tr h="72749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N" sz="10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224921"/>
                  </a:ext>
                </a:extLst>
              </a:tr>
              <a:tr h="6217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IN" sz="1000" b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7150" marR="5715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</a:pPr>
                      <a:endParaRPr lang="en-IN" sz="1000" b="1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310270"/>
                  </a:ext>
                </a:extLst>
              </a:tr>
              <a:tr h="72749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IN" sz="1000" b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7150" marR="5715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182269"/>
                  </a:ext>
                </a:extLst>
              </a:tr>
              <a:tr h="47753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IN" sz="1000" b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7150" marR="5715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0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903069"/>
                  </a:ext>
                </a:extLst>
              </a:tr>
              <a:tr h="150383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IN" sz="1000" b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7150" marR="5715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0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456548"/>
                  </a:ext>
                </a:extLst>
              </a:tr>
              <a:tr h="33040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IN" sz="1000" b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7150" marR="5715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0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3311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9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275A10-BA0D-D90E-D2AC-E31A6634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02 - Structuring The Risk (CISO function) and IT Team</a:t>
            </a:r>
          </a:p>
        </p:txBody>
      </p:sp>
    </p:spTree>
    <p:extLst>
      <p:ext uri="{BB962C8B-B14F-4D97-AF65-F5344CB8AC3E}">
        <p14:creationId xmlns:p14="http://schemas.microsoft.com/office/powerpoint/2010/main" val="1111817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979B3-ADA8-2DBB-ECD5-A0CE1DAA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D2509-0856-232C-B15B-FC4B91A4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Applications – Hosting </a:t>
            </a:r>
            <a:endParaRPr lang="en-IN"/>
          </a:p>
        </p:txBody>
      </p:sp>
      <p:sp>
        <p:nvSpPr>
          <p:cNvPr id="11" name="AutoShape 18" descr="AWS 201: Learning About Default VPC – Cloud Architect Musings">
            <a:extLst>
              <a:ext uri="{FF2B5EF4-FFF2-40B4-BE49-F238E27FC236}">
                <a16:creationId xmlns:a16="http://schemas.microsoft.com/office/drawing/2014/main" id="{02609274-DCA8-D75F-8BFF-112C647611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7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9B9FBB-2609-EE62-0812-7253AF27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03 - P1 Incidents and Exceptions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8481B0-8350-797F-3895-C5432A03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057105"/>
              </p:ext>
            </p:extLst>
          </p:nvPr>
        </p:nvGraphicFramePr>
        <p:xfrm>
          <a:off x="224281" y="832511"/>
          <a:ext cx="11743438" cy="28329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7593823">
                  <a:extLst>
                    <a:ext uri="{9D8B030D-6E8A-4147-A177-3AD203B41FA5}">
                      <a16:colId xmlns:a16="http://schemas.microsoft.com/office/drawing/2014/main" val="3735141594"/>
                    </a:ext>
                  </a:extLst>
                </a:gridCol>
                <a:gridCol w="4149615">
                  <a:extLst>
                    <a:ext uri="{9D8B030D-6E8A-4147-A177-3AD203B41FA5}">
                      <a16:colId xmlns:a16="http://schemas.microsoft.com/office/drawing/2014/main" val="2331471500"/>
                    </a:ext>
                  </a:extLst>
                </a:gridCol>
              </a:tblGrid>
              <a:tr h="472155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Activity ( April – June 2026)</a:t>
                      </a:r>
                      <a:endParaRPr lang="en-IN" sz="120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Count/</a:t>
                      </a:r>
                      <a:r>
                        <a:rPr lang="en-US" sz="1200" baseline="0"/>
                        <a:t> Approval</a:t>
                      </a:r>
                      <a:endParaRPr lang="en-IN" sz="120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031851"/>
                  </a:ext>
                </a:extLst>
              </a:tr>
              <a:tr h="472155"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462118"/>
                  </a:ext>
                </a:extLst>
              </a:tr>
              <a:tr h="472155"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561837"/>
                  </a:ext>
                </a:extLst>
              </a:tr>
              <a:tr h="472155"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420632"/>
                  </a:ext>
                </a:extLst>
              </a:tr>
              <a:tr h="472155"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b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716077"/>
                  </a:ext>
                </a:extLst>
              </a:tr>
              <a:tr h="472155"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8926118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71A4E1-C233-4080-7D1A-A7D2E9EBC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994470"/>
              </p:ext>
            </p:extLst>
          </p:nvPr>
        </p:nvGraphicFramePr>
        <p:xfrm>
          <a:off x="224280" y="3777200"/>
          <a:ext cx="11743437" cy="2307912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859013">
                  <a:extLst>
                    <a:ext uri="{9D8B030D-6E8A-4147-A177-3AD203B41FA5}">
                      <a16:colId xmlns:a16="http://schemas.microsoft.com/office/drawing/2014/main" val="2911812809"/>
                    </a:ext>
                  </a:extLst>
                </a:gridCol>
                <a:gridCol w="687816">
                  <a:extLst>
                    <a:ext uri="{9D8B030D-6E8A-4147-A177-3AD203B41FA5}">
                      <a16:colId xmlns:a16="http://schemas.microsoft.com/office/drawing/2014/main" val="4111827855"/>
                    </a:ext>
                  </a:extLst>
                </a:gridCol>
                <a:gridCol w="859769">
                  <a:extLst>
                    <a:ext uri="{9D8B030D-6E8A-4147-A177-3AD203B41FA5}">
                      <a16:colId xmlns:a16="http://schemas.microsoft.com/office/drawing/2014/main" val="2405177383"/>
                    </a:ext>
                  </a:extLst>
                </a:gridCol>
                <a:gridCol w="718991">
                  <a:extLst>
                    <a:ext uri="{9D8B030D-6E8A-4147-A177-3AD203B41FA5}">
                      <a16:colId xmlns:a16="http://schemas.microsoft.com/office/drawing/2014/main" val="2348354963"/>
                    </a:ext>
                  </a:extLst>
                </a:gridCol>
                <a:gridCol w="397444">
                  <a:extLst>
                    <a:ext uri="{9D8B030D-6E8A-4147-A177-3AD203B41FA5}">
                      <a16:colId xmlns:a16="http://schemas.microsoft.com/office/drawing/2014/main" val="2941224590"/>
                    </a:ext>
                  </a:extLst>
                </a:gridCol>
                <a:gridCol w="581118">
                  <a:extLst>
                    <a:ext uri="{9D8B030D-6E8A-4147-A177-3AD203B41FA5}">
                      <a16:colId xmlns:a16="http://schemas.microsoft.com/office/drawing/2014/main" val="2487321899"/>
                    </a:ext>
                  </a:extLst>
                </a:gridCol>
                <a:gridCol w="1407732">
                  <a:extLst>
                    <a:ext uri="{9D8B030D-6E8A-4147-A177-3AD203B41FA5}">
                      <a16:colId xmlns:a16="http://schemas.microsoft.com/office/drawing/2014/main" val="3130935298"/>
                    </a:ext>
                  </a:extLst>
                </a:gridCol>
                <a:gridCol w="1739769">
                  <a:extLst>
                    <a:ext uri="{9D8B030D-6E8A-4147-A177-3AD203B41FA5}">
                      <a16:colId xmlns:a16="http://schemas.microsoft.com/office/drawing/2014/main" val="277547221"/>
                    </a:ext>
                  </a:extLst>
                </a:gridCol>
                <a:gridCol w="2417468">
                  <a:extLst>
                    <a:ext uri="{9D8B030D-6E8A-4147-A177-3AD203B41FA5}">
                      <a16:colId xmlns:a16="http://schemas.microsoft.com/office/drawing/2014/main" val="836993931"/>
                    </a:ext>
                  </a:extLst>
                </a:gridCol>
                <a:gridCol w="2074317">
                  <a:extLst>
                    <a:ext uri="{9D8B030D-6E8A-4147-A177-3AD203B41FA5}">
                      <a16:colId xmlns:a16="http://schemas.microsoft.com/office/drawing/2014/main" val="3362110572"/>
                    </a:ext>
                  </a:extLst>
                </a:gridCol>
              </a:tblGrid>
              <a:tr h="14688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000" b="1" i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Incident Date &amp; Time ​</a:t>
                      </a:r>
                      <a:endParaRPr lang="en-IN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000" b="1" i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Incident Number​</a:t>
                      </a:r>
                      <a:endParaRPr lang="en-IN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000" b="1" i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Actual Closure Date &amp; Time ​</a:t>
                      </a:r>
                      <a:endParaRPr lang="en-IN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000" b="1" i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Status​</a:t>
                      </a:r>
                      <a:endParaRPr lang="en-IN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000" b="1" i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Priority​</a:t>
                      </a:r>
                      <a:endParaRPr lang="en-IN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000" b="1" i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RTO​</a:t>
                      </a:r>
                      <a:endParaRPr lang="en-IN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000" b="1" i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Short description​</a:t>
                      </a:r>
                      <a:endParaRPr lang="en-IN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1000" b="1" i="0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Closing Notes​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74F9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1000" b="1" i="0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Root Cause Analysis​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74F9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1000" b="1" i="0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Precautionary Measures​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74F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079833"/>
                  </a:ext>
                </a:extLst>
              </a:tr>
              <a:tr h="1606872">
                <a:tc>
                  <a:txBody>
                    <a:bodyPr/>
                    <a:lstStyle/>
                    <a:p>
                      <a:pPr algn="l" rtl="0" fontAlgn="base"/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  <a:tabLst>
                          <a:tab pos="6480810" algn="l"/>
                        </a:tabLst>
                      </a:pPr>
                      <a:endParaRPr lang="en-US" sz="1000" b="0" i="0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000" b="0" i="0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792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33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66D4E-E042-8D41-186D-9D23B983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A4A7-6552-A2EE-00BD-24894A101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Approval</a:t>
            </a:r>
          </a:p>
        </p:txBody>
      </p:sp>
    </p:spTree>
    <p:extLst>
      <p:ext uri="{BB962C8B-B14F-4D97-AF65-F5344CB8AC3E}">
        <p14:creationId xmlns:p14="http://schemas.microsoft.com/office/powerpoint/2010/main" val="321335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04 - </a:t>
            </a:r>
            <a:r>
              <a:rPr lang="en-IN" dirty="0"/>
              <a:t>DPDP Procedure </a:t>
            </a:r>
          </a:p>
        </p:txBody>
      </p:sp>
    </p:spTree>
    <p:extLst>
      <p:ext uri="{BB962C8B-B14F-4D97-AF65-F5344CB8AC3E}">
        <p14:creationId xmlns:p14="http://schemas.microsoft.com/office/powerpoint/2010/main" val="906368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4BE531-D8B5-9BD7-E24D-6E73A305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Rationale/Changes – Policy and Procedure</a:t>
            </a:r>
            <a:endParaRPr lang="en-IN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4D2817-229A-103A-6D3E-D911F1E08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206645"/>
              </p:ext>
            </p:extLst>
          </p:nvPr>
        </p:nvGraphicFramePr>
        <p:xfrm>
          <a:off x="224282" y="1320146"/>
          <a:ext cx="11855692" cy="13484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4702">
                  <a:extLst>
                    <a:ext uri="{9D8B030D-6E8A-4147-A177-3AD203B41FA5}">
                      <a16:colId xmlns:a16="http://schemas.microsoft.com/office/drawing/2014/main" val="376717736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44791215"/>
                    </a:ext>
                  </a:extLst>
                </a:gridCol>
                <a:gridCol w="2604654">
                  <a:extLst>
                    <a:ext uri="{9D8B030D-6E8A-4147-A177-3AD203B41FA5}">
                      <a16:colId xmlns:a16="http://schemas.microsoft.com/office/drawing/2014/main" val="3810320558"/>
                    </a:ext>
                  </a:extLst>
                </a:gridCol>
                <a:gridCol w="3699164">
                  <a:extLst>
                    <a:ext uri="{9D8B030D-6E8A-4147-A177-3AD203B41FA5}">
                      <a16:colId xmlns:a16="http://schemas.microsoft.com/office/drawing/2014/main" val="1653447523"/>
                    </a:ext>
                  </a:extLst>
                </a:gridCol>
                <a:gridCol w="3088372">
                  <a:extLst>
                    <a:ext uri="{9D8B030D-6E8A-4147-A177-3AD203B41FA5}">
                      <a16:colId xmlns:a16="http://schemas.microsoft.com/office/drawing/2014/main" val="2915690769"/>
                    </a:ext>
                  </a:extLst>
                </a:gridCol>
              </a:tblGrid>
              <a:tr h="674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en-IN" sz="1000" b="0" u="none" strike="noStrike" kern="1200" dirty="0"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IN" sz="10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1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775624"/>
                  </a:ext>
                </a:extLst>
              </a:tr>
              <a:tr h="674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IN" sz="10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1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40018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454EAD34-3B70-5E8A-33F6-383EAC045318}"/>
              </a:ext>
            </a:extLst>
          </p:cNvPr>
          <p:cNvGrpSpPr/>
          <p:nvPr/>
        </p:nvGrpSpPr>
        <p:grpSpPr>
          <a:xfrm>
            <a:off x="224279" y="913805"/>
            <a:ext cx="11855695" cy="395755"/>
            <a:chOff x="224279" y="1279565"/>
            <a:chExt cx="11855695" cy="395755"/>
          </a:xfrm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6210E5B0-BFA9-9397-1763-32482DC95F93}"/>
                </a:ext>
              </a:extLst>
            </p:cNvPr>
            <p:cNvSpPr/>
            <p:nvPr/>
          </p:nvSpPr>
          <p:spPr>
            <a:xfrm>
              <a:off x="224279" y="1283688"/>
              <a:ext cx="654022" cy="39030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>
                  <a:latin typeface="Century Gothic" panose="020B0502020202020204" pitchFamily="34" charset="0"/>
                  <a:cs typeface="Arial" panose="020B0604020202020204" pitchFamily="34" charset="0"/>
                </a:rPr>
                <a:t>Sr. No.</a:t>
              </a:r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71E9BEDA-1AAE-F6FB-32B1-7AA4BF7EFA23}"/>
                </a:ext>
              </a:extLst>
            </p:cNvPr>
            <p:cNvSpPr/>
            <p:nvPr/>
          </p:nvSpPr>
          <p:spPr>
            <a:xfrm>
              <a:off x="2703731" y="1280447"/>
              <a:ext cx="2592908" cy="39030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C313CB29-65A3-2814-1FD4-89F579518C70}"/>
                </a:ext>
              </a:extLst>
            </p:cNvPr>
            <p:cNvSpPr/>
            <p:nvPr/>
          </p:nvSpPr>
          <p:spPr>
            <a:xfrm>
              <a:off x="5296638" y="1285015"/>
              <a:ext cx="3694961" cy="39030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6CC26034-428C-E9C8-ABB4-90C8B934DE4D}"/>
                </a:ext>
              </a:extLst>
            </p:cNvPr>
            <p:cNvSpPr/>
            <p:nvPr/>
          </p:nvSpPr>
          <p:spPr>
            <a:xfrm>
              <a:off x="878301" y="1283688"/>
              <a:ext cx="1828803" cy="39030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BA659F-A546-8FB7-8D57-7FAFF5BC4BD1}"/>
                </a:ext>
              </a:extLst>
            </p:cNvPr>
            <p:cNvSpPr/>
            <p:nvPr/>
          </p:nvSpPr>
          <p:spPr>
            <a:xfrm>
              <a:off x="1108408" y="1357081"/>
              <a:ext cx="1265321" cy="26161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ysClr val="window" lastClr="FFFFFF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Name</a:t>
              </a:r>
              <a:endParaRPr lang="en-IN" b="1" dirty="0">
                <a:solidFill>
                  <a:sysClr val="window" lastClr="FFFFFF"/>
                </a:solidFill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C07EC2-F694-93B7-BA07-8D6A920FB2A7}"/>
                </a:ext>
              </a:extLst>
            </p:cNvPr>
            <p:cNvSpPr/>
            <p:nvPr/>
          </p:nvSpPr>
          <p:spPr>
            <a:xfrm>
              <a:off x="2662168" y="1353992"/>
              <a:ext cx="2592904" cy="26161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b="1" dirty="0">
                  <a:solidFill>
                    <a:sysClr val="window" lastClr="FFFFFF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Current Statement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37EB3F-E303-E335-4D3F-3632E5D08BBD}"/>
                </a:ext>
              </a:extLst>
            </p:cNvPr>
            <p:cNvSpPr/>
            <p:nvPr/>
          </p:nvSpPr>
          <p:spPr>
            <a:xfrm>
              <a:off x="6265220" y="1343912"/>
              <a:ext cx="1825834" cy="26161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b="1" dirty="0">
                  <a:solidFill>
                    <a:sysClr val="window" lastClr="FFFFFF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Addition</a:t>
              </a:r>
              <a:r>
                <a:rPr lang="en-IN" b="1" baseline="0" dirty="0">
                  <a:solidFill>
                    <a:sysClr val="window" lastClr="FFFFFF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/Modification</a:t>
              </a:r>
              <a:endParaRPr lang="en-IN" b="1" dirty="0">
                <a:solidFill>
                  <a:sysClr val="window" lastClr="FFFFFF"/>
                </a:solidFill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A7FC76C3-3EF8-19AB-873E-2DC12E6B84DB}"/>
                </a:ext>
              </a:extLst>
            </p:cNvPr>
            <p:cNvSpPr/>
            <p:nvPr/>
          </p:nvSpPr>
          <p:spPr>
            <a:xfrm>
              <a:off x="8991599" y="1279565"/>
              <a:ext cx="3088375" cy="39030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BF324B-6A11-CD12-55FB-F06D7F37DE6C}"/>
                </a:ext>
              </a:extLst>
            </p:cNvPr>
            <p:cNvSpPr/>
            <p:nvPr/>
          </p:nvSpPr>
          <p:spPr>
            <a:xfrm>
              <a:off x="9633270" y="1330057"/>
              <a:ext cx="1825834" cy="26161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>
                  <a:solidFill>
                    <a:sysClr val="window" lastClr="FFFFFF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Rationale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029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00E8-E8FD-6B3B-5901-E23E80E8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Review and Noting </a:t>
            </a:r>
          </a:p>
        </p:txBody>
      </p:sp>
    </p:spTree>
    <p:extLst>
      <p:ext uri="{BB962C8B-B14F-4D97-AF65-F5344CB8AC3E}">
        <p14:creationId xmlns:p14="http://schemas.microsoft.com/office/powerpoint/2010/main" val="322723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68A72A99-C003-3395-2CFF-42C175D35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7" r="33364"/>
          <a:stretch>
            <a:fillRect/>
          </a:stretch>
        </p:blipFill>
        <p:spPr>
          <a:xfrm>
            <a:off x="224280" y="1287088"/>
            <a:ext cx="4435480" cy="5064944"/>
          </a:xfrm>
          <a:prstGeom prst="roundRect">
            <a:avLst>
              <a:gd name="adj" fmla="val 4414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27EEF2-1803-5C71-8247-100402E8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Vulnerability Closure Report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545086F-FDEC-B0F7-21D9-9B1B5E01AE05}"/>
              </a:ext>
            </a:extLst>
          </p:cNvPr>
          <p:cNvSpPr/>
          <p:nvPr/>
        </p:nvSpPr>
        <p:spPr>
          <a:xfrm>
            <a:off x="224280" y="778665"/>
            <a:ext cx="11809224" cy="22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4000"/>
              </a:lnSpc>
            </a:pPr>
            <a:r>
              <a:rPr lang="en-US" sz="1600" dirty="0">
                <a:ea typeface="Heebo" pitchFamily="34" charset="-122"/>
                <a:cs typeface="Heebo" pitchFamily="34" charset="-120"/>
              </a:rPr>
              <a:t>Advisory issued and fully resolved · Submitted to CERT-In on </a:t>
            </a:r>
            <a:r>
              <a:rPr lang="en-US" sz="1600" b="1" dirty="0">
                <a:ea typeface="Heebo Bold" pitchFamily="34" charset="-122"/>
                <a:cs typeface="Heebo Bold" pitchFamily="34" charset="-120"/>
              </a:rPr>
              <a:t>10th June 2026</a:t>
            </a:r>
            <a:endParaRPr lang="en-US" sz="16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CC255D-FFB6-6F2A-66DB-6D036787B97A}"/>
              </a:ext>
            </a:extLst>
          </p:cNvPr>
          <p:cNvGrpSpPr/>
          <p:nvPr/>
        </p:nvGrpSpPr>
        <p:grpSpPr>
          <a:xfrm>
            <a:off x="411472" y="1480223"/>
            <a:ext cx="4142288" cy="1076103"/>
            <a:chOff x="308605" y="1110167"/>
            <a:chExt cx="3106716" cy="807077"/>
          </a:xfrm>
        </p:grpSpPr>
        <p:sp>
          <p:nvSpPr>
            <p:cNvPr id="6" name="Text 8">
              <a:extLst>
                <a:ext uri="{FF2B5EF4-FFF2-40B4-BE49-F238E27FC236}">
                  <a16:creationId xmlns:a16="http://schemas.microsoft.com/office/drawing/2014/main" id="{87330D5B-215B-B927-0435-C2ED9E0675F7}"/>
                </a:ext>
              </a:extLst>
            </p:cNvPr>
            <p:cNvSpPr/>
            <p:nvPr/>
          </p:nvSpPr>
          <p:spPr>
            <a:xfrm>
              <a:off x="308606" y="1110167"/>
              <a:ext cx="1833316" cy="163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04000"/>
                </a:lnSpc>
              </a:pPr>
              <a:r>
                <a:rPr lang="en-US" sz="1467" dirty="0">
                  <a:solidFill>
                    <a:srgbClr val="FFFFFF"/>
                  </a:solidFill>
                  <a:ea typeface="Crimson Pro SemiBold" pitchFamily="34" charset="-122"/>
                  <a:cs typeface="Crimson Pro SemiBold" pitchFamily="34" charset="-120"/>
                </a:rPr>
                <a:t>Advisory Status</a:t>
              </a:r>
              <a:endParaRPr lang="en-US" sz="1467" dirty="0"/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A40218C1-5BC6-F51B-6C46-7E61F966EA49}"/>
                </a:ext>
              </a:extLst>
            </p:cNvPr>
            <p:cNvSpPr/>
            <p:nvPr/>
          </p:nvSpPr>
          <p:spPr>
            <a:xfrm>
              <a:off x="308606" y="1325632"/>
              <a:ext cx="3106715" cy="374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4000"/>
                </a:lnSpc>
              </a:pPr>
              <a:r>
                <a:rPr lang="en-US" sz="3600" dirty="0">
                  <a:solidFill>
                    <a:schemeClr val="accent6"/>
                  </a:solidFill>
                  <a:ea typeface="Crimson Pro SemiBold" pitchFamily="34" charset="-122"/>
                  <a:cs typeface="Crimson Pro SemiBold" pitchFamily="34" charset="-120"/>
                </a:rPr>
                <a:t>CLOSED</a:t>
              </a:r>
              <a:endParaRPr lang="en-US" sz="3600" dirty="0">
                <a:solidFill>
                  <a:schemeClr val="accent6"/>
                </a:solidFill>
              </a:endParaRPr>
            </a:p>
          </p:txBody>
        </p:sp>
        <p:sp>
          <p:nvSpPr>
            <p:cNvPr id="8" name="Text 10">
              <a:extLst>
                <a:ext uri="{FF2B5EF4-FFF2-40B4-BE49-F238E27FC236}">
                  <a16:creationId xmlns:a16="http://schemas.microsoft.com/office/drawing/2014/main" id="{C495F7C6-22D3-7C76-EC5D-03C7FFAD6E95}"/>
                </a:ext>
              </a:extLst>
            </p:cNvPr>
            <p:cNvSpPr/>
            <p:nvPr/>
          </p:nvSpPr>
          <p:spPr>
            <a:xfrm>
              <a:off x="308605" y="1757248"/>
              <a:ext cx="3106715" cy="1599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4000"/>
                </a:lnSpc>
              </a:pPr>
              <a:endParaRPr lang="en-US" sz="1333" dirty="0"/>
            </a:p>
          </p:txBody>
        </p:sp>
      </p:grpSp>
      <p:sp>
        <p:nvSpPr>
          <p:cNvPr id="9" name="Shape 11">
            <a:extLst>
              <a:ext uri="{FF2B5EF4-FFF2-40B4-BE49-F238E27FC236}">
                <a16:creationId xmlns:a16="http://schemas.microsoft.com/office/drawing/2014/main" id="{C9CCF767-B091-5836-EBF9-12D707F9F56A}"/>
              </a:ext>
            </a:extLst>
          </p:cNvPr>
          <p:cNvSpPr/>
          <p:nvPr/>
        </p:nvSpPr>
        <p:spPr>
          <a:xfrm>
            <a:off x="411473" y="3063104"/>
            <a:ext cx="4142287" cy="24384"/>
          </a:xfrm>
          <a:prstGeom prst="roundRect">
            <a:avLst>
              <a:gd name="adj" fmla="val 59998"/>
            </a:avLst>
          </a:prstGeom>
          <a:solidFill>
            <a:srgbClr val="FFFFFF"/>
          </a:solidFill>
          <a:ln/>
        </p:spPr>
        <p:txBody>
          <a:bodyPr anchor="t"/>
          <a:lstStyle/>
          <a:p>
            <a:endParaRPr lang="en-US" sz="240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4592660-9EB1-E77B-C735-9902EA9BF133}"/>
              </a:ext>
            </a:extLst>
          </p:cNvPr>
          <p:cNvGrpSpPr/>
          <p:nvPr/>
        </p:nvGrpSpPr>
        <p:grpSpPr>
          <a:xfrm>
            <a:off x="411472" y="3360376"/>
            <a:ext cx="4142288" cy="666993"/>
            <a:chOff x="308605" y="2551761"/>
            <a:chExt cx="3106716" cy="500245"/>
          </a:xfrm>
        </p:grpSpPr>
        <p:sp>
          <p:nvSpPr>
            <p:cNvPr id="10" name="Text 12">
              <a:extLst>
                <a:ext uri="{FF2B5EF4-FFF2-40B4-BE49-F238E27FC236}">
                  <a16:creationId xmlns:a16="http://schemas.microsoft.com/office/drawing/2014/main" id="{27A7C7F8-07C3-FDB5-483E-EB9F3F702744}"/>
                </a:ext>
              </a:extLst>
            </p:cNvPr>
            <p:cNvSpPr/>
            <p:nvPr/>
          </p:nvSpPr>
          <p:spPr>
            <a:xfrm>
              <a:off x="308606" y="2551761"/>
              <a:ext cx="3106715" cy="2672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04000"/>
                </a:lnSpc>
              </a:pPr>
              <a:r>
                <a:rPr lang="en-US" sz="2400" dirty="0">
                  <a:solidFill>
                    <a:srgbClr val="FFFFFF"/>
                  </a:solidFill>
                  <a:ea typeface="Crimson Pro SemiBold" pitchFamily="34" charset="-122"/>
                  <a:cs typeface="Crimson Pro SemiBold" pitchFamily="34" charset="-120"/>
                </a:rPr>
                <a:t>Key Dates</a:t>
              </a:r>
              <a:endParaRPr lang="en-US" sz="2400" dirty="0"/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94073F8E-2B32-7F38-3E14-E739DA87D4B2}"/>
                </a:ext>
              </a:extLst>
            </p:cNvPr>
            <p:cNvSpPr/>
            <p:nvPr/>
          </p:nvSpPr>
          <p:spPr>
            <a:xfrm>
              <a:off x="308605" y="2892010"/>
              <a:ext cx="3106715" cy="1599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203195" indent="-203195">
                <a:lnSpc>
                  <a:spcPct val="114000"/>
                </a:lnSpc>
                <a:buSzPct val="100000"/>
                <a:buChar char="•"/>
              </a:pPr>
              <a:endParaRPr lang="en-US" sz="1333" dirty="0"/>
            </a:p>
          </p:txBody>
        </p:sp>
      </p:grpSp>
      <p:sp>
        <p:nvSpPr>
          <p:cNvPr id="12" name="Shape 14">
            <a:extLst>
              <a:ext uri="{FF2B5EF4-FFF2-40B4-BE49-F238E27FC236}">
                <a16:creationId xmlns:a16="http://schemas.microsoft.com/office/drawing/2014/main" id="{9EBD7CA0-3432-BA60-50CC-78ABECE0323D}"/>
              </a:ext>
            </a:extLst>
          </p:cNvPr>
          <p:cNvSpPr/>
          <p:nvPr/>
        </p:nvSpPr>
        <p:spPr>
          <a:xfrm>
            <a:off x="411473" y="4767973"/>
            <a:ext cx="4142287" cy="24384"/>
          </a:xfrm>
          <a:prstGeom prst="roundRect">
            <a:avLst>
              <a:gd name="adj" fmla="val 59998"/>
            </a:avLst>
          </a:prstGeom>
          <a:solidFill>
            <a:srgbClr val="FFFFFF"/>
          </a:solidFill>
          <a:ln/>
        </p:spPr>
        <p:txBody>
          <a:bodyPr anchor="t"/>
          <a:lstStyle/>
          <a:p>
            <a:endParaRPr lang="en-US" sz="240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A6760F0-DD30-5DAD-B338-50F215F5726C}"/>
              </a:ext>
            </a:extLst>
          </p:cNvPr>
          <p:cNvGrpSpPr/>
          <p:nvPr/>
        </p:nvGrpSpPr>
        <p:grpSpPr>
          <a:xfrm>
            <a:off x="411472" y="5065252"/>
            <a:ext cx="4142291" cy="639866"/>
            <a:chOff x="308604" y="3798936"/>
            <a:chExt cx="3106718" cy="479899"/>
          </a:xfrm>
        </p:grpSpPr>
        <p:sp>
          <p:nvSpPr>
            <p:cNvPr id="13" name="Text 15">
              <a:extLst>
                <a:ext uri="{FF2B5EF4-FFF2-40B4-BE49-F238E27FC236}">
                  <a16:creationId xmlns:a16="http://schemas.microsoft.com/office/drawing/2014/main" id="{07069172-3D09-011C-0CF7-81169669B66A}"/>
                </a:ext>
              </a:extLst>
            </p:cNvPr>
            <p:cNvSpPr/>
            <p:nvPr/>
          </p:nvSpPr>
          <p:spPr>
            <a:xfrm>
              <a:off x="308604" y="3798936"/>
              <a:ext cx="3106715" cy="2672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04000"/>
                </a:lnSpc>
              </a:pPr>
              <a:r>
                <a:rPr lang="en-US" sz="2400" dirty="0">
                  <a:solidFill>
                    <a:srgbClr val="FFFFFF"/>
                  </a:solidFill>
                  <a:ea typeface="Crimson Pro SemiBold" pitchFamily="34" charset="-122"/>
                  <a:cs typeface="Crimson Pro SemiBold" pitchFamily="34" charset="-120"/>
                </a:rPr>
                <a:t>Affected Systems</a:t>
              </a:r>
              <a:endParaRPr lang="en-US" sz="2400" dirty="0"/>
            </a:p>
          </p:txBody>
        </p:sp>
        <p:sp>
          <p:nvSpPr>
            <p:cNvPr id="14" name="Text 16">
              <a:extLst>
                <a:ext uri="{FF2B5EF4-FFF2-40B4-BE49-F238E27FC236}">
                  <a16:creationId xmlns:a16="http://schemas.microsoft.com/office/drawing/2014/main" id="{281E9B24-BA86-FBDC-A994-99338F6082CD}"/>
                </a:ext>
              </a:extLst>
            </p:cNvPr>
            <p:cNvSpPr/>
            <p:nvPr/>
          </p:nvSpPr>
          <p:spPr>
            <a:xfrm>
              <a:off x="308607" y="4118839"/>
              <a:ext cx="3106715" cy="1599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4000"/>
                </a:lnSpc>
              </a:pPr>
              <a:endParaRPr lang="en-US" sz="1333" dirty="0"/>
            </a:p>
          </p:txBody>
        </p:sp>
      </p:grpSp>
      <p:sp>
        <p:nvSpPr>
          <p:cNvPr id="15" name="Shape 17">
            <a:extLst>
              <a:ext uri="{FF2B5EF4-FFF2-40B4-BE49-F238E27FC236}">
                <a16:creationId xmlns:a16="http://schemas.microsoft.com/office/drawing/2014/main" id="{8E0D7816-05DF-D72C-1DEA-05FDD119ECD9}"/>
              </a:ext>
            </a:extLst>
          </p:cNvPr>
          <p:cNvSpPr/>
          <p:nvPr/>
        </p:nvSpPr>
        <p:spPr>
          <a:xfrm>
            <a:off x="4912557" y="1287088"/>
            <a:ext cx="3510172" cy="1724189"/>
          </a:xfrm>
          <a:prstGeom prst="roundRect">
            <a:avLst>
              <a:gd name="adj" fmla="val 9283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1E3D70BE-09CD-BAF6-3B86-C76EFA153C50}"/>
              </a:ext>
            </a:extLst>
          </p:cNvPr>
          <p:cNvSpPr/>
          <p:nvPr/>
        </p:nvSpPr>
        <p:spPr>
          <a:xfrm>
            <a:off x="5055559" y="1420682"/>
            <a:ext cx="1788247" cy="22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b="1" dirty="0">
                <a:ea typeface="Crimson Pro SemiBold" pitchFamily="34" charset="-122"/>
                <a:cs typeface="Crimson Pro SemiBold" pitchFamily="34" charset="-120"/>
              </a:rPr>
              <a:t>Vulnerabilities</a:t>
            </a:r>
            <a:endParaRPr lang="en-US" sz="1600" b="1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9700433A-2724-FC0B-B307-9BF3A4909C03}"/>
              </a:ext>
            </a:extLst>
          </p:cNvPr>
          <p:cNvSpPr/>
          <p:nvPr/>
        </p:nvSpPr>
        <p:spPr>
          <a:xfrm>
            <a:off x="5055559" y="1870029"/>
            <a:ext cx="3224163" cy="224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</a:pPr>
            <a:endParaRPr lang="en-US" sz="140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773722BB-A91B-40F9-928F-53C79E68E71C}"/>
              </a:ext>
            </a:extLst>
          </p:cNvPr>
          <p:cNvSpPr/>
          <p:nvPr/>
        </p:nvSpPr>
        <p:spPr>
          <a:xfrm>
            <a:off x="8523225" y="1287088"/>
            <a:ext cx="3510279" cy="1724189"/>
          </a:xfrm>
          <a:prstGeom prst="roundRect">
            <a:avLst>
              <a:gd name="adj" fmla="val 10135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334C0DF6-57BD-FD42-50E1-D6B7ACED3D7A}"/>
              </a:ext>
            </a:extLst>
          </p:cNvPr>
          <p:cNvSpPr/>
          <p:nvPr/>
        </p:nvSpPr>
        <p:spPr>
          <a:xfrm>
            <a:off x="8666230" y="1420682"/>
            <a:ext cx="1788247" cy="22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b="1" dirty="0">
                <a:ea typeface="Crimson Pro SemiBold" pitchFamily="34" charset="-122"/>
                <a:cs typeface="Crimson Pro SemiBold" pitchFamily="34" charset="-120"/>
              </a:rPr>
              <a:t>Root Cause</a:t>
            </a:r>
            <a:endParaRPr lang="en-US" sz="1600" b="1" dirty="0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5FB53180-CF19-C50C-C1A9-4E502B1CA5C4}"/>
              </a:ext>
            </a:extLst>
          </p:cNvPr>
          <p:cNvSpPr/>
          <p:nvPr/>
        </p:nvSpPr>
        <p:spPr>
          <a:xfrm>
            <a:off x="8666230" y="1870029"/>
            <a:ext cx="3224271" cy="224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</a:pPr>
            <a:endParaRPr lang="en-US" sz="140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2D5D9C99-E099-4EE2-71A6-39D6C6DEFF1A}"/>
              </a:ext>
            </a:extLst>
          </p:cNvPr>
          <p:cNvSpPr/>
          <p:nvPr/>
        </p:nvSpPr>
        <p:spPr>
          <a:xfrm>
            <a:off x="4912556" y="3261713"/>
            <a:ext cx="5007521" cy="24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chemeClr val="tx2"/>
                </a:solidFill>
                <a:ea typeface="Crimson Pro SemiBold" pitchFamily="34" charset="-122"/>
                <a:cs typeface="Crimson Pro SemiBold" pitchFamily="34" charset="-120"/>
              </a:rPr>
              <a:t>Remediation Completed</a:t>
            </a:r>
            <a:endParaRPr lang="en-US" sz="1600" b="1" dirty="0">
              <a:solidFill>
                <a:schemeClr val="tx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0E3CC2E-7F5F-B01A-8FB4-61A94E57AE60}"/>
              </a:ext>
            </a:extLst>
          </p:cNvPr>
          <p:cNvGrpSpPr/>
          <p:nvPr/>
        </p:nvGrpSpPr>
        <p:grpSpPr>
          <a:xfrm>
            <a:off x="4966168" y="3741696"/>
            <a:ext cx="7067336" cy="226123"/>
            <a:chOff x="3724626" y="2303301"/>
            <a:chExt cx="5300502" cy="169592"/>
          </a:xfrm>
        </p:grpSpPr>
        <p:pic>
          <p:nvPicPr>
            <p:cNvPr id="22" name="Image 0" descr="preencoded.png">
              <a:extLst>
                <a:ext uri="{FF2B5EF4-FFF2-40B4-BE49-F238E27FC236}">
                  <a16:creationId xmlns:a16="http://schemas.microsoft.com/office/drawing/2014/main" id="{E4AA914D-7E3D-AA2E-F53B-7309753721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4626" y="2308736"/>
              <a:ext cx="160920" cy="164157"/>
            </a:xfrm>
            <a:prstGeom prst="rect">
              <a:avLst/>
            </a:prstGeom>
          </p:spPr>
        </p:pic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E39125F4-0602-66A2-C062-F85A8EFBDF52}"/>
                </a:ext>
              </a:extLst>
            </p:cNvPr>
            <p:cNvSpPr/>
            <p:nvPr/>
          </p:nvSpPr>
          <p:spPr>
            <a:xfrm>
              <a:off x="4033009" y="2303301"/>
              <a:ext cx="4992119" cy="1491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14000"/>
                </a:lnSpc>
              </a:pPr>
              <a:endParaRPr lang="en-US" sz="1467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52DD8DA-10A9-96AD-5EC6-8373690CDD9C}"/>
              </a:ext>
            </a:extLst>
          </p:cNvPr>
          <p:cNvGrpSpPr/>
          <p:nvPr/>
        </p:nvGrpSpPr>
        <p:grpSpPr>
          <a:xfrm>
            <a:off x="4966168" y="4431686"/>
            <a:ext cx="7067336" cy="226120"/>
            <a:chOff x="3724626" y="3278439"/>
            <a:chExt cx="5300502" cy="169590"/>
          </a:xfrm>
        </p:grpSpPr>
        <p:pic>
          <p:nvPicPr>
            <p:cNvPr id="26" name="Image 2" descr="preencoded.png">
              <a:extLst>
                <a:ext uri="{FF2B5EF4-FFF2-40B4-BE49-F238E27FC236}">
                  <a16:creationId xmlns:a16="http://schemas.microsoft.com/office/drawing/2014/main" id="{3CD89354-4E34-011F-D2B1-C59C91E86B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4626" y="3283872"/>
              <a:ext cx="160920" cy="164157"/>
            </a:xfrm>
            <a:prstGeom prst="rect">
              <a:avLst/>
            </a:prstGeom>
          </p:spPr>
        </p:pic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AAEFD305-FF2B-F3D4-E5A1-2A57CE574AE4}"/>
                </a:ext>
              </a:extLst>
            </p:cNvPr>
            <p:cNvSpPr/>
            <p:nvPr/>
          </p:nvSpPr>
          <p:spPr>
            <a:xfrm>
              <a:off x="4033009" y="3278439"/>
              <a:ext cx="4992119" cy="1491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14000"/>
                </a:lnSpc>
              </a:pPr>
              <a:endParaRPr lang="en-US" sz="1467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095C3BC-7BF6-1F6A-219F-803401216681}"/>
              </a:ext>
            </a:extLst>
          </p:cNvPr>
          <p:cNvGrpSpPr/>
          <p:nvPr/>
        </p:nvGrpSpPr>
        <p:grpSpPr>
          <a:xfrm>
            <a:off x="4966168" y="5121673"/>
            <a:ext cx="7067336" cy="226121"/>
            <a:chOff x="3724626" y="3766007"/>
            <a:chExt cx="5300502" cy="169591"/>
          </a:xfrm>
        </p:grpSpPr>
        <p:pic>
          <p:nvPicPr>
            <p:cNvPr id="28" name="Image 3" descr="preencoded.png">
              <a:extLst>
                <a:ext uri="{FF2B5EF4-FFF2-40B4-BE49-F238E27FC236}">
                  <a16:creationId xmlns:a16="http://schemas.microsoft.com/office/drawing/2014/main" id="{BDDD5718-FF92-CEBB-739E-CA87FABED3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4626" y="3771441"/>
              <a:ext cx="160920" cy="164157"/>
            </a:xfrm>
            <a:prstGeom prst="rect">
              <a:avLst/>
            </a:prstGeom>
          </p:spPr>
        </p:pic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50E1C6F0-A3DA-4411-F96A-60E9D978DF1D}"/>
                </a:ext>
              </a:extLst>
            </p:cNvPr>
            <p:cNvSpPr/>
            <p:nvPr/>
          </p:nvSpPr>
          <p:spPr>
            <a:xfrm>
              <a:off x="4033009" y="3766007"/>
              <a:ext cx="4992119" cy="1491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14000"/>
                </a:lnSpc>
              </a:pPr>
              <a:endParaRPr lang="en-US" sz="1467" dirty="0"/>
            </a:p>
          </p:txBody>
        </p:sp>
      </p:grpSp>
      <p:sp>
        <p:nvSpPr>
          <p:cNvPr id="30" name="Shape 28">
            <a:extLst>
              <a:ext uri="{FF2B5EF4-FFF2-40B4-BE49-F238E27FC236}">
                <a16:creationId xmlns:a16="http://schemas.microsoft.com/office/drawing/2014/main" id="{13CB0087-4FF4-4105-EB54-839E2E82A412}"/>
              </a:ext>
            </a:extLst>
          </p:cNvPr>
          <p:cNvSpPr/>
          <p:nvPr/>
        </p:nvSpPr>
        <p:spPr>
          <a:xfrm>
            <a:off x="4912557" y="5581661"/>
            <a:ext cx="7120948" cy="91981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C28529AD-8B79-56A5-5B12-7A1027A48AC9}"/>
              </a:ext>
            </a:extLst>
          </p:cNvPr>
          <p:cNvSpPr/>
          <p:nvPr/>
        </p:nvSpPr>
        <p:spPr>
          <a:xfrm>
            <a:off x="5767943" y="5660353"/>
            <a:ext cx="612255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endParaRPr lang="en-US" sz="14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3913FF2-7B25-8B45-3744-F9FD0A870826}"/>
              </a:ext>
            </a:extLst>
          </p:cNvPr>
          <p:cNvCxnSpPr/>
          <p:nvPr/>
        </p:nvCxnSpPr>
        <p:spPr>
          <a:xfrm>
            <a:off x="5073449" y="1767509"/>
            <a:ext cx="1340817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162D67-7E85-451C-B384-29CCCDBA516F}"/>
              </a:ext>
            </a:extLst>
          </p:cNvPr>
          <p:cNvCxnSpPr/>
          <p:nvPr/>
        </p:nvCxnSpPr>
        <p:spPr>
          <a:xfrm>
            <a:off x="8666230" y="1767509"/>
            <a:ext cx="1340817" cy="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E77FC85-EB85-2E9C-75F1-73918C25BDB1}"/>
              </a:ext>
            </a:extLst>
          </p:cNvPr>
          <p:cNvCxnSpPr>
            <a:cxnSpLocks/>
          </p:cNvCxnSpPr>
          <p:nvPr/>
        </p:nvCxnSpPr>
        <p:spPr>
          <a:xfrm>
            <a:off x="4912555" y="3588964"/>
            <a:ext cx="706400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Graphic 234">
            <a:extLst>
              <a:ext uri="{FF2B5EF4-FFF2-40B4-BE49-F238E27FC236}">
                <a16:creationId xmlns:a16="http://schemas.microsoft.com/office/drawing/2014/main" id="{C4CB603E-C475-0A23-294E-BFF26DAFC598}"/>
              </a:ext>
            </a:extLst>
          </p:cNvPr>
          <p:cNvSpPr/>
          <p:nvPr/>
        </p:nvSpPr>
        <p:spPr>
          <a:xfrm>
            <a:off x="5008460" y="5710966"/>
            <a:ext cx="598656" cy="511764"/>
          </a:xfrm>
          <a:custGeom>
            <a:avLst/>
            <a:gdLst>
              <a:gd name="connsiteX0" fmla="*/ 18710 w 372067"/>
              <a:gd name="connsiteY0" fmla="*/ 201478 h 318063"/>
              <a:gd name="connsiteX1" fmla="*/ 115557 w 372067"/>
              <a:gd name="connsiteY1" fmla="*/ 299966 h 318063"/>
              <a:gd name="connsiteX2" fmla="*/ 353168 w 372067"/>
              <a:gd name="connsiteY2" fmla="*/ 61555 h 318063"/>
              <a:gd name="connsiteX3" fmla="*/ 309250 w 372067"/>
              <a:gd name="connsiteY3" fmla="*/ 18788 h 318063"/>
              <a:gd name="connsiteX4" fmla="*/ 122007 w 372067"/>
              <a:gd name="connsiteY4" fmla="*/ 206621 h 318063"/>
              <a:gd name="connsiteX5" fmla="*/ 110340 w 372067"/>
              <a:gd name="connsiteY5" fmla="*/ 206621 h 318063"/>
              <a:gd name="connsiteX6" fmla="*/ 61300 w 372067"/>
              <a:gd name="connsiteY6" fmla="*/ 158710 h 318063"/>
              <a:gd name="connsiteX7" fmla="*/ 18710 w 372067"/>
              <a:gd name="connsiteY7" fmla="*/ 201478 h 318063"/>
              <a:gd name="connsiteX8" fmla="*/ 115557 w 372067"/>
              <a:gd name="connsiteY8" fmla="*/ 318064 h 318063"/>
              <a:gd name="connsiteX9" fmla="*/ 110435 w 372067"/>
              <a:gd name="connsiteY9" fmla="*/ 315492 h 318063"/>
              <a:gd name="connsiteX10" fmla="*/ 1921 w 372067"/>
              <a:gd name="connsiteY10" fmla="*/ 206621 h 318063"/>
              <a:gd name="connsiteX11" fmla="*/ 1921 w 372067"/>
              <a:gd name="connsiteY11" fmla="*/ 196239 h 318063"/>
              <a:gd name="connsiteX12" fmla="*/ 56178 w 372067"/>
              <a:gd name="connsiteY12" fmla="*/ 141851 h 318063"/>
              <a:gd name="connsiteX13" fmla="*/ 67845 w 372067"/>
              <a:gd name="connsiteY13" fmla="*/ 141851 h 318063"/>
              <a:gd name="connsiteX14" fmla="*/ 115652 w 372067"/>
              <a:gd name="connsiteY14" fmla="*/ 191095 h 318063"/>
              <a:gd name="connsiteX15" fmla="*/ 304223 w 372067"/>
              <a:gd name="connsiteY15" fmla="*/ 1929 h 318063"/>
              <a:gd name="connsiteX16" fmla="*/ 315890 w 372067"/>
              <a:gd name="connsiteY16" fmla="*/ 1929 h 318063"/>
              <a:gd name="connsiteX17" fmla="*/ 370147 w 372067"/>
              <a:gd name="connsiteY17" fmla="*/ 56317 h 318063"/>
              <a:gd name="connsiteX18" fmla="*/ 370147 w 372067"/>
              <a:gd name="connsiteY18" fmla="*/ 66699 h 318063"/>
              <a:gd name="connsiteX19" fmla="*/ 122197 w 372067"/>
              <a:gd name="connsiteY19" fmla="*/ 315492 h 318063"/>
              <a:gd name="connsiteX20" fmla="*/ 115747 w 372067"/>
              <a:gd name="connsiteY20" fmla="*/ 318064 h 31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2067" h="318063">
                <a:moveTo>
                  <a:pt x="18710" y="201478"/>
                </a:moveTo>
                <a:lnTo>
                  <a:pt x="115557" y="299966"/>
                </a:lnTo>
                <a:lnTo>
                  <a:pt x="353168" y="61555"/>
                </a:lnTo>
                <a:lnTo>
                  <a:pt x="309250" y="18788"/>
                </a:lnTo>
                <a:lnTo>
                  <a:pt x="122007" y="206621"/>
                </a:lnTo>
                <a:cubicBezTo>
                  <a:pt x="118118" y="210526"/>
                  <a:pt x="114229" y="210526"/>
                  <a:pt x="110340" y="206621"/>
                </a:cubicBezTo>
                <a:lnTo>
                  <a:pt x="61300" y="158710"/>
                </a:lnTo>
                <a:lnTo>
                  <a:pt x="18710" y="201478"/>
                </a:lnTo>
                <a:close/>
                <a:moveTo>
                  <a:pt x="115557" y="318064"/>
                </a:moveTo>
                <a:cubicBezTo>
                  <a:pt x="114229" y="318064"/>
                  <a:pt x="111668" y="318064"/>
                  <a:pt x="110435" y="315492"/>
                </a:cubicBezTo>
                <a:lnTo>
                  <a:pt x="1921" y="206621"/>
                </a:lnTo>
                <a:cubicBezTo>
                  <a:pt x="-640" y="204049"/>
                  <a:pt x="-640" y="198811"/>
                  <a:pt x="1921" y="196239"/>
                </a:cubicBezTo>
                <a:lnTo>
                  <a:pt x="56178" y="141851"/>
                </a:lnTo>
                <a:cubicBezTo>
                  <a:pt x="60067" y="139279"/>
                  <a:pt x="63956" y="139279"/>
                  <a:pt x="67845" y="141851"/>
                </a:cubicBezTo>
                <a:lnTo>
                  <a:pt x="115652" y="191095"/>
                </a:lnTo>
                <a:lnTo>
                  <a:pt x="304223" y="1929"/>
                </a:lnTo>
                <a:cubicBezTo>
                  <a:pt x="308112" y="-643"/>
                  <a:pt x="312001" y="-643"/>
                  <a:pt x="315890" y="1929"/>
                </a:cubicBezTo>
                <a:lnTo>
                  <a:pt x="370147" y="56317"/>
                </a:lnTo>
                <a:cubicBezTo>
                  <a:pt x="372708" y="58888"/>
                  <a:pt x="372708" y="64127"/>
                  <a:pt x="370147" y="66699"/>
                </a:cubicBezTo>
                <a:lnTo>
                  <a:pt x="122197" y="315492"/>
                </a:lnTo>
                <a:cubicBezTo>
                  <a:pt x="120869" y="318064"/>
                  <a:pt x="118308" y="318064"/>
                  <a:pt x="115747" y="318064"/>
                </a:cubicBezTo>
                <a:close/>
              </a:path>
            </a:pathLst>
          </a:custGeom>
          <a:solidFill>
            <a:schemeClr val="bg1"/>
          </a:solidFill>
          <a:ln w="9485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2400"/>
          </a:p>
        </p:txBody>
      </p:sp>
    </p:spTree>
    <p:extLst>
      <p:ext uri="{BB962C8B-B14F-4D97-AF65-F5344CB8AC3E}">
        <p14:creationId xmlns:p14="http://schemas.microsoft.com/office/powerpoint/2010/main" val="2840566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236341-9E10-2CC9-4EEA-3E1F2B7BE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04 - Cyber Risk Appetite </a:t>
            </a: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A02528-C2A2-F9F3-1DD4-BC22AADF3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145947"/>
              </p:ext>
            </p:extLst>
          </p:nvPr>
        </p:nvGraphicFramePr>
        <p:xfrm>
          <a:off x="259101" y="784863"/>
          <a:ext cx="11626906" cy="5504568"/>
        </p:xfrm>
        <a:graphic>
          <a:graphicData uri="http://schemas.openxmlformats.org/drawingml/2006/table">
            <a:tbl>
              <a:tblPr firstRow="1" bandRow="1"/>
              <a:tblGrid>
                <a:gridCol w="305757">
                  <a:extLst>
                    <a:ext uri="{9D8B030D-6E8A-4147-A177-3AD203B41FA5}">
                      <a16:colId xmlns:a16="http://schemas.microsoft.com/office/drawing/2014/main" val="3154642525"/>
                    </a:ext>
                  </a:extLst>
                </a:gridCol>
                <a:gridCol w="1722887">
                  <a:extLst>
                    <a:ext uri="{9D8B030D-6E8A-4147-A177-3AD203B41FA5}">
                      <a16:colId xmlns:a16="http://schemas.microsoft.com/office/drawing/2014/main" val="574718202"/>
                    </a:ext>
                  </a:extLst>
                </a:gridCol>
                <a:gridCol w="946910">
                  <a:extLst>
                    <a:ext uri="{9D8B030D-6E8A-4147-A177-3AD203B41FA5}">
                      <a16:colId xmlns:a16="http://schemas.microsoft.com/office/drawing/2014/main" val="4279656192"/>
                    </a:ext>
                  </a:extLst>
                </a:gridCol>
                <a:gridCol w="917319">
                  <a:extLst>
                    <a:ext uri="{9D8B030D-6E8A-4147-A177-3AD203B41FA5}">
                      <a16:colId xmlns:a16="http://schemas.microsoft.com/office/drawing/2014/main" val="1520347569"/>
                    </a:ext>
                  </a:extLst>
                </a:gridCol>
                <a:gridCol w="961706">
                  <a:extLst>
                    <a:ext uri="{9D8B030D-6E8A-4147-A177-3AD203B41FA5}">
                      <a16:colId xmlns:a16="http://schemas.microsoft.com/office/drawing/2014/main" val="469202163"/>
                    </a:ext>
                  </a:extLst>
                </a:gridCol>
                <a:gridCol w="2084548">
                  <a:extLst>
                    <a:ext uri="{9D8B030D-6E8A-4147-A177-3AD203B41FA5}">
                      <a16:colId xmlns:a16="http://schemas.microsoft.com/office/drawing/2014/main" val="3280373867"/>
                    </a:ext>
                  </a:extLst>
                </a:gridCol>
                <a:gridCol w="1307553">
                  <a:extLst>
                    <a:ext uri="{9D8B030D-6E8A-4147-A177-3AD203B41FA5}">
                      <a16:colId xmlns:a16="http://schemas.microsoft.com/office/drawing/2014/main" val="252566455"/>
                    </a:ext>
                  </a:extLst>
                </a:gridCol>
                <a:gridCol w="1307553">
                  <a:extLst>
                    <a:ext uri="{9D8B030D-6E8A-4147-A177-3AD203B41FA5}">
                      <a16:colId xmlns:a16="http://schemas.microsoft.com/office/drawing/2014/main" val="397639975"/>
                    </a:ext>
                  </a:extLst>
                </a:gridCol>
                <a:gridCol w="1307553">
                  <a:extLst>
                    <a:ext uri="{9D8B030D-6E8A-4147-A177-3AD203B41FA5}">
                      <a16:colId xmlns:a16="http://schemas.microsoft.com/office/drawing/2014/main" val="1086313300"/>
                    </a:ext>
                  </a:extLst>
                </a:gridCol>
                <a:gridCol w="765120">
                  <a:extLst>
                    <a:ext uri="{9D8B030D-6E8A-4147-A177-3AD203B41FA5}">
                      <a16:colId xmlns:a16="http://schemas.microsoft.com/office/drawing/2014/main" val="1466040909"/>
                    </a:ext>
                  </a:extLst>
                </a:gridCol>
              </a:tblGrid>
              <a:tr h="5147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Sr. 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Risk Description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Risk Capacity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Risk Appetite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Risk Tolerance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Heat Map Flag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of Instances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</a:t>
                      </a: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of Instances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</a:t>
                      </a: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of Instances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</a:t>
                      </a:r>
                      <a:r>
                        <a:rPr lang="en-US" sz="1000" baseline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Flags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F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008428"/>
                  </a:ext>
                </a:extLst>
              </a:tr>
              <a:tr h="16071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t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t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t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t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88561"/>
                  </a:ext>
                </a:extLst>
              </a:tr>
              <a:tr h="7289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443411"/>
                  </a:ext>
                </a:extLst>
              </a:tr>
              <a:tr h="6580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62865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62865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62865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973795"/>
                  </a:ext>
                </a:extLst>
              </a:tr>
              <a:tr h="997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IN" sz="10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IN" sz="10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IN" sz="10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31656"/>
                  </a:ext>
                </a:extLst>
              </a:tr>
              <a:tr h="997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317" marR="73317" marT="36659" marB="3665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t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t" latinLnBrk="0" hangingPunct="1"/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028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34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0408B-CE97-B51A-DDE6-F1772ADC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15F00-B0D7-7EDB-C0B2-1529CB15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04 - SSL Certificates for UTI AMC Websites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F298C-D1FD-6ED4-76A0-96A5F0158C6D}"/>
              </a:ext>
            </a:extLst>
          </p:cNvPr>
          <p:cNvSpPr txBox="1"/>
          <p:nvPr/>
        </p:nvSpPr>
        <p:spPr>
          <a:xfrm>
            <a:off x="2530646" y="1066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8BDE6C80-9F93-ADAF-4C61-4D672D82D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812218"/>
              </p:ext>
            </p:extLst>
          </p:nvPr>
        </p:nvGraphicFramePr>
        <p:xfrm>
          <a:off x="224280" y="838202"/>
          <a:ext cx="11742819" cy="55071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827030">
                  <a:extLst>
                    <a:ext uri="{9D8B030D-6E8A-4147-A177-3AD203B41FA5}">
                      <a16:colId xmlns:a16="http://schemas.microsoft.com/office/drawing/2014/main" val="1686422418"/>
                    </a:ext>
                  </a:extLst>
                </a:gridCol>
                <a:gridCol w="2255373">
                  <a:extLst>
                    <a:ext uri="{9D8B030D-6E8A-4147-A177-3AD203B41FA5}">
                      <a16:colId xmlns:a16="http://schemas.microsoft.com/office/drawing/2014/main" val="466144158"/>
                    </a:ext>
                  </a:extLst>
                </a:gridCol>
                <a:gridCol w="3497324">
                  <a:extLst>
                    <a:ext uri="{9D8B030D-6E8A-4147-A177-3AD203B41FA5}">
                      <a16:colId xmlns:a16="http://schemas.microsoft.com/office/drawing/2014/main" val="3165866033"/>
                    </a:ext>
                  </a:extLst>
                </a:gridCol>
                <a:gridCol w="3612629">
                  <a:extLst>
                    <a:ext uri="{9D8B030D-6E8A-4147-A177-3AD203B41FA5}">
                      <a16:colId xmlns:a16="http://schemas.microsoft.com/office/drawing/2014/main" val="3930636073"/>
                    </a:ext>
                  </a:extLst>
                </a:gridCol>
                <a:gridCol w="1550463">
                  <a:extLst>
                    <a:ext uri="{9D8B030D-6E8A-4147-A177-3AD203B41FA5}">
                      <a16:colId xmlns:a16="http://schemas.microsoft.com/office/drawing/2014/main" val="3412477668"/>
                    </a:ext>
                  </a:extLst>
                </a:gridCol>
              </a:tblGrid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+mn-lt"/>
                        </a:rPr>
                        <a:t>Sr.</a:t>
                      </a:r>
                      <a:r>
                        <a:rPr lang="en-US" sz="1200" b="1" baseline="0">
                          <a:latin typeface="+mn-lt"/>
                        </a:rPr>
                        <a:t> No</a:t>
                      </a:r>
                      <a:endParaRPr lang="en-IN" sz="1200" b="1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Domain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Issuer ORG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Valid From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Valid Until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321561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latin typeface="+mn-lt"/>
                        </a:rPr>
                        <a:t>1</a:t>
                      </a: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986860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2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134235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3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072318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4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276779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5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414484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6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205333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7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224624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8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4900822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9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045705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10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741254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11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245496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12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715063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n-lt"/>
                        </a:rPr>
                        <a:t>13</a:t>
                      </a:r>
                      <a:endParaRPr lang="en-IN" sz="1200" b="0">
                        <a:latin typeface="+mn-lt"/>
                      </a:endParaRP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21332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673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8385912-C9C7-7D45-3C7B-3964E6C79852}"/>
              </a:ext>
            </a:extLst>
          </p:cNvPr>
          <p:cNvCxnSpPr>
            <a:cxnSpLocks/>
          </p:cNvCxnSpPr>
          <p:nvPr/>
        </p:nvCxnSpPr>
        <p:spPr>
          <a:xfrm flipV="1">
            <a:off x="7790641" y="5047222"/>
            <a:ext cx="1044311" cy="10868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A174EC5-1A60-DDD6-BA91-B18C99199634}"/>
              </a:ext>
            </a:extLst>
          </p:cNvPr>
          <p:cNvCxnSpPr>
            <a:cxnSpLocks/>
          </p:cNvCxnSpPr>
          <p:nvPr/>
        </p:nvCxnSpPr>
        <p:spPr>
          <a:xfrm>
            <a:off x="8834952" y="4013910"/>
            <a:ext cx="0" cy="2077492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A174EC5-1A60-DDD6-BA91-B18C99199634}"/>
              </a:ext>
            </a:extLst>
          </p:cNvPr>
          <p:cNvCxnSpPr>
            <a:cxnSpLocks/>
          </p:cNvCxnSpPr>
          <p:nvPr/>
        </p:nvCxnSpPr>
        <p:spPr>
          <a:xfrm>
            <a:off x="8809607" y="914400"/>
            <a:ext cx="25345" cy="222248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8385912-C9C7-7D45-3C7B-3964E6C79852}"/>
              </a:ext>
            </a:extLst>
          </p:cNvPr>
          <p:cNvCxnSpPr>
            <a:cxnSpLocks/>
          </p:cNvCxnSpPr>
          <p:nvPr/>
        </p:nvCxnSpPr>
        <p:spPr>
          <a:xfrm>
            <a:off x="7454348" y="2040835"/>
            <a:ext cx="1355259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5F27925-FE98-7F71-A176-20F83EA97608}"/>
              </a:ext>
            </a:extLst>
          </p:cNvPr>
          <p:cNvGrpSpPr/>
          <p:nvPr/>
        </p:nvGrpSpPr>
        <p:grpSpPr>
          <a:xfrm>
            <a:off x="3583335" y="914400"/>
            <a:ext cx="945883" cy="1868353"/>
            <a:chOff x="3364180" y="914400"/>
            <a:chExt cx="945883" cy="1868353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A174EC5-1A60-DDD6-BA91-B18C99199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4180" y="914400"/>
              <a:ext cx="0" cy="1868353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385912-C9C7-7D45-3C7B-3964E6C798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4181" y="2174732"/>
              <a:ext cx="945882" cy="51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/>
          <p:nvPr/>
        </p:nvGrpSpPr>
        <p:grpSpPr>
          <a:xfrm>
            <a:off x="3554414" y="4639619"/>
            <a:ext cx="974804" cy="1215532"/>
            <a:chOff x="3278109" y="4517647"/>
            <a:chExt cx="974804" cy="1215532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A174EC5-1A60-DDD6-BA91-B18C99199634}"/>
                </a:ext>
              </a:extLst>
            </p:cNvPr>
            <p:cNvCxnSpPr/>
            <p:nvPr/>
          </p:nvCxnSpPr>
          <p:spPr>
            <a:xfrm flipV="1">
              <a:off x="3278109" y="4517647"/>
              <a:ext cx="0" cy="1215532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8385912-C9C7-7D45-3C7B-3964E6C79852}"/>
                </a:ext>
              </a:extLst>
            </p:cNvPr>
            <p:cNvCxnSpPr/>
            <p:nvPr/>
          </p:nvCxnSpPr>
          <p:spPr>
            <a:xfrm flipH="1">
              <a:off x="3278110" y="5125413"/>
              <a:ext cx="974803" cy="10868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4280" y="216996"/>
            <a:ext cx="10515600" cy="452318"/>
          </a:xfrm>
        </p:spPr>
        <p:txBody>
          <a:bodyPr/>
          <a:lstStyle/>
          <a:p>
            <a:r>
              <a:rPr lang="en-US"/>
              <a:t>05 - System, Cyber Audit , VAPT &amp; Red Teaming</a:t>
            </a:r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0DEC945-FCDD-96C7-810E-A495B80EDEA2}"/>
              </a:ext>
            </a:extLst>
          </p:cNvPr>
          <p:cNvGrpSpPr/>
          <p:nvPr/>
        </p:nvGrpSpPr>
        <p:grpSpPr>
          <a:xfrm>
            <a:off x="3727704" y="1352860"/>
            <a:ext cx="4736592" cy="4736592"/>
            <a:chOff x="3608435" y="1327731"/>
            <a:chExt cx="4736592" cy="473659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A83F184-5500-F6DF-22DF-25A07E0BE91A}"/>
                </a:ext>
              </a:extLst>
            </p:cNvPr>
            <p:cNvGrpSpPr/>
            <p:nvPr/>
          </p:nvGrpSpPr>
          <p:grpSpPr>
            <a:xfrm>
              <a:off x="3608435" y="1327731"/>
              <a:ext cx="4736592" cy="4736592"/>
              <a:chOff x="3608435" y="1327731"/>
              <a:chExt cx="4736592" cy="4736592"/>
            </a:xfrm>
          </p:grpSpPr>
          <p:sp>
            <p:nvSpPr>
              <p:cNvPr id="10" name="Freeform 574">
                <a:extLst>
                  <a:ext uri="{FF2B5EF4-FFF2-40B4-BE49-F238E27FC236}">
                    <a16:creationId xmlns:a16="http://schemas.microsoft.com/office/drawing/2014/main" id="{09290813-0FF3-46D6-8A40-82FFF0EC9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435" y="1327731"/>
                <a:ext cx="2281651" cy="2281651"/>
              </a:xfrm>
              <a:custGeom>
                <a:avLst/>
                <a:gdLst>
                  <a:gd name="T0" fmla="*/ 0 w 1895"/>
                  <a:gd name="T1" fmla="*/ 1895 h 1895"/>
                  <a:gd name="T2" fmla="*/ 891 w 1895"/>
                  <a:gd name="T3" fmla="*/ 1895 h 1895"/>
                  <a:gd name="T4" fmla="*/ 1895 w 1895"/>
                  <a:gd name="T5" fmla="*/ 892 h 1895"/>
                  <a:gd name="T6" fmla="*/ 1895 w 1895"/>
                  <a:gd name="T7" fmla="*/ 0 h 1895"/>
                  <a:gd name="T8" fmla="*/ 1800 w 1895"/>
                  <a:gd name="T9" fmla="*/ 5 h 1895"/>
                  <a:gd name="T10" fmla="*/ 1613 w 1895"/>
                  <a:gd name="T11" fmla="*/ 30 h 1895"/>
                  <a:gd name="T12" fmla="*/ 1432 w 1895"/>
                  <a:gd name="T13" fmla="*/ 73 h 1895"/>
                  <a:gd name="T14" fmla="*/ 1257 w 1895"/>
                  <a:gd name="T15" fmla="*/ 133 h 1895"/>
                  <a:gd name="T16" fmla="*/ 1090 w 1895"/>
                  <a:gd name="T17" fmla="*/ 206 h 1895"/>
                  <a:gd name="T18" fmla="*/ 932 w 1895"/>
                  <a:gd name="T19" fmla="*/ 296 h 1895"/>
                  <a:gd name="T20" fmla="*/ 783 w 1895"/>
                  <a:gd name="T21" fmla="*/ 400 h 1895"/>
                  <a:gd name="T22" fmla="*/ 643 w 1895"/>
                  <a:gd name="T23" fmla="*/ 515 h 1895"/>
                  <a:gd name="T24" fmla="*/ 516 w 1895"/>
                  <a:gd name="T25" fmla="*/ 643 h 1895"/>
                  <a:gd name="T26" fmla="*/ 399 w 1895"/>
                  <a:gd name="T27" fmla="*/ 782 h 1895"/>
                  <a:gd name="T28" fmla="*/ 297 w 1895"/>
                  <a:gd name="T29" fmla="*/ 932 h 1895"/>
                  <a:gd name="T30" fmla="*/ 207 w 1895"/>
                  <a:gd name="T31" fmla="*/ 1090 h 1895"/>
                  <a:gd name="T32" fmla="*/ 132 w 1895"/>
                  <a:gd name="T33" fmla="*/ 1258 h 1895"/>
                  <a:gd name="T34" fmla="*/ 72 w 1895"/>
                  <a:gd name="T35" fmla="*/ 1433 h 1895"/>
                  <a:gd name="T36" fmla="*/ 30 w 1895"/>
                  <a:gd name="T37" fmla="*/ 1613 h 1895"/>
                  <a:gd name="T38" fmla="*/ 5 w 1895"/>
                  <a:gd name="T39" fmla="*/ 1801 h 1895"/>
                  <a:gd name="T40" fmla="*/ 0 w 1895"/>
                  <a:gd name="T41" fmla="*/ 1895 h 1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95" h="1895">
                    <a:moveTo>
                      <a:pt x="0" y="1895"/>
                    </a:moveTo>
                    <a:lnTo>
                      <a:pt x="891" y="1895"/>
                    </a:lnTo>
                    <a:lnTo>
                      <a:pt x="1895" y="892"/>
                    </a:lnTo>
                    <a:lnTo>
                      <a:pt x="1895" y="0"/>
                    </a:lnTo>
                    <a:lnTo>
                      <a:pt x="1800" y="5"/>
                    </a:lnTo>
                    <a:lnTo>
                      <a:pt x="1613" y="30"/>
                    </a:lnTo>
                    <a:lnTo>
                      <a:pt x="1432" y="73"/>
                    </a:lnTo>
                    <a:lnTo>
                      <a:pt x="1257" y="133"/>
                    </a:lnTo>
                    <a:lnTo>
                      <a:pt x="1090" y="206"/>
                    </a:lnTo>
                    <a:lnTo>
                      <a:pt x="932" y="296"/>
                    </a:lnTo>
                    <a:lnTo>
                      <a:pt x="783" y="400"/>
                    </a:lnTo>
                    <a:lnTo>
                      <a:pt x="643" y="515"/>
                    </a:lnTo>
                    <a:lnTo>
                      <a:pt x="516" y="643"/>
                    </a:lnTo>
                    <a:lnTo>
                      <a:pt x="399" y="782"/>
                    </a:lnTo>
                    <a:lnTo>
                      <a:pt x="297" y="932"/>
                    </a:lnTo>
                    <a:lnTo>
                      <a:pt x="207" y="1090"/>
                    </a:lnTo>
                    <a:lnTo>
                      <a:pt x="132" y="1258"/>
                    </a:lnTo>
                    <a:lnTo>
                      <a:pt x="72" y="1433"/>
                    </a:lnTo>
                    <a:lnTo>
                      <a:pt x="30" y="1613"/>
                    </a:lnTo>
                    <a:lnTo>
                      <a:pt x="5" y="1801"/>
                    </a:lnTo>
                    <a:lnTo>
                      <a:pt x="0" y="18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575">
                <a:extLst>
                  <a:ext uri="{FF2B5EF4-FFF2-40B4-BE49-F238E27FC236}">
                    <a16:creationId xmlns:a16="http://schemas.microsoft.com/office/drawing/2014/main" id="{4D832497-2937-4C38-9CA3-FEF27F248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3376" y="3782672"/>
                <a:ext cx="2281651" cy="2281651"/>
              </a:xfrm>
              <a:custGeom>
                <a:avLst/>
                <a:gdLst>
                  <a:gd name="T0" fmla="*/ 1895 w 1895"/>
                  <a:gd name="T1" fmla="*/ 0 h 1897"/>
                  <a:gd name="T2" fmla="*/ 1003 w 1895"/>
                  <a:gd name="T3" fmla="*/ 0 h 1897"/>
                  <a:gd name="T4" fmla="*/ 0 w 1895"/>
                  <a:gd name="T5" fmla="*/ 1005 h 1897"/>
                  <a:gd name="T6" fmla="*/ 0 w 1895"/>
                  <a:gd name="T7" fmla="*/ 1897 h 1897"/>
                  <a:gd name="T8" fmla="*/ 95 w 1895"/>
                  <a:gd name="T9" fmla="*/ 1891 h 1897"/>
                  <a:gd name="T10" fmla="*/ 283 w 1895"/>
                  <a:gd name="T11" fmla="*/ 1867 h 1897"/>
                  <a:gd name="T12" fmla="*/ 463 w 1895"/>
                  <a:gd name="T13" fmla="*/ 1824 h 1897"/>
                  <a:gd name="T14" fmla="*/ 638 w 1895"/>
                  <a:gd name="T15" fmla="*/ 1764 h 1897"/>
                  <a:gd name="T16" fmla="*/ 805 w 1895"/>
                  <a:gd name="T17" fmla="*/ 1689 h 1897"/>
                  <a:gd name="T18" fmla="*/ 963 w 1895"/>
                  <a:gd name="T19" fmla="*/ 1600 h 1897"/>
                  <a:gd name="T20" fmla="*/ 1112 w 1895"/>
                  <a:gd name="T21" fmla="*/ 1497 h 1897"/>
                  <a:gd name="T22" fmla="*/ 1252 w 1895"/>
                  <a:gd name="T23" fmla="*/ 1381 h 1897"/>
                  <a:gd name="T24" fmla="*/ 1381 w 1895"/>
                  <a:gd name="T25" fmla="*/ 1252 h 1897"/>
                  <a:gd name="T26" fmla="*/ 1496 w 1895"/>
                  <a:gd name="T27" fmla="*/ 1114 h 1897"/>
                  <a:gd name="T28" fmla="*/ 1600 w 1895"/>
                  <a:gd name="T29" fmla="*/ 965 h 1897"/>
                  <a:gd name="T30" fmla="*/ 1689 w 1895"/>
                  <a:gd name="T31" fmla="*/ 807 h 1897"/>
                  <a:gd name="T32" fmla="*/ 1763 w 1895"/>
                  <a:gd name="T33" fmla="*/ 639 h 1897"/>
                  <a:gd name="T34" fmla="*/ 1822 w 1895"/>
                  <a:gd name="T35" fmla="*/ 464 h 1897"/>
                  <a:gd name="T36" fmla="*/ 1865 w 1895"/>
                  <a:gd name="T37" fmla="*/ 283 h 1897"/>
                  <a:gd name="T38" fmla="*/ 1890 w 1895"/>
                  <a:gd name="T39" fmla="*/ 96 h 1897"/>
                  <a:gd name="T40" fmla="*/ 1895 w 1895"/>
                  <a:gd name="T41" fmla="*/ 0 h 18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95" h="1897">
                    <a:moveTo>
                      <a:pt x="1895" y="0"/>
                    </a:moveTo>
                    <a:lnTo>
                      <a:pt x="1003" y="0"/>
                    </a:lnTo>
                    <a:lnTo>
                      <a:pt x="0" y="1005"/>
                    </a:lnTo>
                    <a:lnTo>
                      <a:pt x="0" y="1897"/>
                    </a:lnTo>
                    <a:lnTo>
                      <a:pt x="95" y="1891"/>
                    </a:lnTo>
                    <a:lnTo>
                      <a:pt x="283" y="1867"/>
                    </a:lnTo>
                    <a:lnTo>
                      <a:pt x="463" y="1824"/>
                    </a:lnTo>
                    <a:lnTo>
                      <a:pt x="638" y="1764"/>
                    </a:lnTo>
                    <a:lnTo>
                      <a:pt x="805" y="1689"/>
                    </a:lnTo>
                    <a:lnTo>
                      <a:pt x="963" y="1600"/>
                    </a:lnTo>
                    <a:lnTo>
                      <a:pt x="1112" y="1497"/>
                    </a:lnTo>
                    <a:lnTo>
                      <a:pt x="1252" y="1381"/>
                    </a:lnTo>
                    <a:lnTo>
                      <a:pt x="1381" y="1252"/>
                    </a:lnTo>
                    <a:lnTo>
                      <a:pt x="1496" y="1114"/>
                    </a:lnTo>
                    <a:lnTo>
                      <a:pt x="1600" y="965"/>
                    </a:lnTo>
                    <a:lnTo>
                      <a:pt x="1689" y="807"/>
                    </a:lnTo>
                    <a:lnTo>
                      <a:pt x="1763" y="639"/>
                    </a:lnTo>
                    <a:lnTo>
                      <a:pt x="1822" y="464"/>
                    </a:lnTo>
                    <a:lnTo>
                      <a:pt x="1865" y="283"/>
                    </a:lnTo>
                    <a:lnTo>
                      <a:pt x="1890" y="96"/>
                    </a:lnTo>
                    <a:lnTo>
                      <a:pt x="18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576">
                <a:extLst>
                  <a:ext uri="{FF2B5EF4-FFF2-40B4-BE49-F238E27FC236}">
                    <a16:creationId xmlns:a16="http://schemas.microsoft.com/office/drawing/2014/main" id="{51510798-FA24-443F-94F7-65464AE3E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3376" y="1327731"/>
                <a:ext cx="2281651" cy="2281651"/>
              </a:xfrm>
              <a:custGeom>
                <a:avLst/>
                <a:gdLst>
                  <a:gd name="T0" fmla="*/ 0 w 1895"/>
                  <a:gd name="T1" fmla="*/ 0 h 1895"/>
                  <a:gd name="T2" fmla="*/ 0 w 1895"/>
                  <a:gd name="T3" fmla="*/ 892 h 1895"/>
                  <a:gd name="T4" fmla="*/ 1003 w 1895"/>
                  <a:gd name="T5" fmla="*/ 1895 h 1895"/>
                  <a:gd name="T6" fmla="*/ 1895 w 1895"/>
                  <a:gd name="T7" fmla="*/ 1895 h 1895"/>
                  <a:gd name="T8" fmla="*/ 1890 w 1895"/>
                  <a:gd name="T9" fmla="*/ 1801 h 1895"/>
                  <a:gd name="T10" fmla="*/ 1865 w 1895"/>
                  <a:gd name="T11" fmla="*/ 1613 h 1895"/>
                  <a:gd name="T12" fmla="*/ 1822 w 1895"/>
                  <a:gd name="T13" fmla="*/ 1433 h 1895"/>
                  <a:gd name="T14" fmla="*/ 1763 w 1895"/>
                  <a:gd name="T15" fmla="*/ 1258 h 1895"/>
                  <a:gd name="T16" fmla="*/ 1689 w 1895"/>
                  <a:gd name="T17" fmla="*/ 1090 h 1895"/>
                  <a:gd name="T18" fmla="*/ 1600 w 1895"/>
                  <a:gd name="T19" fmla="*/ 932 h 1895"/>
                  <a:gd name="T20" fmla="*/ 1496 w 1895"/>
                  <a:gd name="T21" fmla="*/ 782 h 1895"/>
                  <a:gd name="T22" fmla="*/ 1381 w 1895"/>
                  <a:gd name="T23" fmla="*/ 643 h 1895"/>
                  <a:gd name="T24" fmla="*/ 1252 w 1895"/>
                  <a:gd name="T25" fmla="*/ 515 h 1895"/>
                  <a:gd name="T26" fmla="*/ 1112 w 1895"/>
                  <a:gd name="T27" fmla="*/ 400 h 1895"/>
                  <a:gd name="T28" fmla="*/ 963 w 1895"/>
                  <a:gd name="T29" fmla="*/ 296 h 1895"/>
                  <a:gd name="T30" fmla="*/ 805 w 1895"/>
                  <a:gd name="T31" fmla="*/ 206 h 1895"/>
                  <a:gd name="T32" fmla="*/ 638 w 1895"/>
                  <a:gd name="T33" fmla="*/ 133 h 1895"/>
                  <a:gd name="T34" fmla="*/ 463 w 1895"/>
                  <a:gd name="T35" fmla="*/ 73 h 1895"/>
                  <a:gd name="T36" fmla="*/ 283 w 1895"/>
                  <a:gd name="T37" fmla="*/ 30 h 1895"/>
                  <a:gd name="T38" fmla="*/ 95 w 1895"/>
                  <a:gd name="T39" fmla="*/ 5 h 1895"/>
                  <a:gd name="T40" fmla="*/ 0 w 1895"/>
                  <a:gd name="T41" fmla="*/ 0 h 1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95" h="1895">
                    <a:moveTo>
                      <a:pt x="0" y="0"/>
                    </a:moveTo>
                    <a:lnTo>
                      <a:pt x="0" y="892"/>
                    </a:lnTo>
                    <a:lnTo>
                      <a:pt x="1003" y="1895"/>
                    </a:lnTo>
                    <a:lnTo>
                      <a:pt x="1895" y="1895"/>
                    </a:lnTo>
                    <a:lnTo>
                      <a:pt x="1890" y="1801"/>
                    </a:lnTo>
                    <a:lnTo>
                      <a:pt x="1865" y="1613"/>
                    </a:lnTo>
                    <a:lnTo>
                      <a:pt x="1822" y="1433"/>
                    </a:lnTo>
                    <a:lnTo>
                      <a:pt x="1763" y="1258"/>
                    </a:lnTo>
                    <a:lnTo>
                      <a:pt x="1689" y="1090"/>
                    </a:lnTo>
                    <a:lnTo>
                      <a:pt x="1600" y="932"/>
                    </a:lnTo>
                    <a:lnTo>
                      <a:pt x="1496" y="782"/>
                    </a:lnTo>
                    <a:lnTo>
                      <a:pt x="1381" y="643"/>
                    </a:lnTo>
                    <a:lnTo>
                      <a:pt x="1252" y="515"/>
                    </a:lnTo>
                    <a:lnTo>
                      <a:pt x="1112" y="400"/>
                    </a:lnTo>
                    <a:lnTo>
                      <a:pt x="963" y="296"/>
                    </a:lnTo>
                    <a:lnTo>
                      <a:pt x="805" y="206"/>
                    </a:lnTo>
                    <a:lnTo>
                      <a:pt x="638" y="133"/>
                    </a:lnTo>
                    <a:lnTo>
                      <a:pt x="463" y="73"/>
                    </a:lnTo>
                    <a:lnTo>
                      <a:pt x="283" y="30"/>
                    </a:lnTo>
                    <a:lnTo>
                      <a:pt x="95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577">
                <a:extLst>
                  <a:ext uri="{FF2B5EF4-FFF2-40B4-BE49-F238E27FC236}">
                    <a16:creationId xmlns:a16="http://schemas.microsoft.com/office/drawing/2014/main" id="{37B69CD7-5B95-425D-B040-E192F307B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435" y="3782672"/>
                <a:ext cx="2281651" cy="2281651"/>
              </a:xfrm>
              <a:custGeom>
                <a:avLst/>
                <a:gdLst>
                  <a:gd name="T0" fmla="*/ 0 w 1895"/>
                  <a:gd name="T1" fmla="*/ 0 h 1897"/>
                  <a:gd name="T2" fmla="*/ 5 w 1895"/>
                  <a:gd name="T3" fmla="*/ 96 h 1897"/>
                  <a:gd name="T4" fmla="*/ 30 w 1895"/>
                  <a:gd name="T5" fmla="*/ 283 h 1897"/>
                  <a:gd name="T6" fmla="*/ 72 w 1895"/>
                  <a:gd name="T7" fmla="*/ 464 h 1897"/>
                  <a:gd name="T8" fmla="*/ 132 w 1895"/>
                  <a:gd name="T9" fmla="*/ 639 h 1897"/>
                  <a:gd name="T10" fmla="*/ 207 w 1895"/>
                  <a:gd name="T11" fmla="*/ 807 h 1897"/>
                  <a:gd name="T12" fmla="*/ 297 w 1895"/>
                  <a:gd name="T13" fmla="*/ 965 h 1897"/>
                  <a:gd name="T14" fmla="*/ 399 w 1895"/>
                  <a:gd name="T15" fmla="*/ 1114 h 1897"/>
                  <a:gd name="T16" fmla="*/ 516 w 1895"/>
                  <a:gd name="T17" fmla="*/ 1252 h 1897"/>
                  <a:gd name="T18" fmla="*/ 643 w 1895"/>
                  <a:gd name="T19" fmla="*/ 1381 h 1897"/>
                  <a:gd name="T20" fmla="*/ 783 w 1895"/>
                  <a:gd name="T21" fmla="*/ 1497 h 1897"/>
                  <a:gd name="T22" fmla="*/ 932 w 1895"/>
                  <a:gd name="T23" fmla="*/ 1600 h 1897"/>
                  <a:gd name="T24" fmla="*/ 1090 w 1895"/>
                  <a:gd name="T25" fmla="*/ 1689 h 1897"/>
                  <a:gd name="T26" fmla="*/ 1257 w 1895"/>
                  <a:gd name="T27" fmla="*/ 1764 h 1897"/>
                  <a:gd name="T28" fmla="*/ 1432 w 1895"/>
                  <a:gd name="T29" fmla="*/ 1824 h 1897"/>
                  <a:gd name="T30" fmla="*/ 1613 w 1895"/>
                  <a:gd name="T31" fmla="*/ 1867 h 1897"/>
                  <a:gd name="T32" fmla="*/ 1800 w 1895"/>
                  <a:gd name="T33" fmla="*/ 1891 h 1897"/>
                  <a:gd name="T34" fmla="*/ 1895 w 1895"/>
                  <a:gd name="T35" fmla="*/ 1897 h 1897"/>
                  <a:gd name="T36" fmla="*/ 1895 w 1895"/>
                  <a:gd name="T37" fmla="*/ 1005 h 1897"/>
                  <a:gd name="T38" fmla="*/ 891 w 1895"/>
                  <a:gd name="T39" fmla="*/ 0 h 1897"/>
                  <a:gd name="T40" fmla="*/ 0 w 1895"/>
                  <a:gd name="T41" fmla="*/ 0 h 18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95" h="1897">
                    <a:moveTo>
                      <a:pt x="0" y="0"/>
                    </a:moveTo>
                    <a:lnTo>
                      <a:pt x="5" y="96"/>
                    </a:lnTo>
                    <a:lnTo>
                      <a:pt x="30" y="283"/>
                    </a:lnTo>
                    <a:lnTo>
                      <a:pt x="72" y="464"/>
                    </a:lnTo>
                    <a:lnTo>
                      <a:pt x="132" y="639"/>
                    </a:lnTo>
                    <a:lnTo>
                      <a:pt x="207" y="807"/>
                    </a:lnTo>
                    <a:lnTo>
                      <a:pt x="297" y="965"/>
                    </a:lnTo>
                    <a:lnTo>
                      <a:pt x="399" y="1114"/>
                    </a:lnTo>
                    <a:lnTo>
                      <a:pt x="516" y="1252"/>
                    </a:lnTo>
                    <a:lnTo>
                      <a:pt x="643" y="1381"/>
                    </a:lnTo>
                    <a:lnTo>
                      <a:pt x="783" y="1497"/>
                    </a:lnTo>
                    <a:lnTo>
                      <a:pt x="932" y="1600"/>
                    </a:lnTo>
                    <a:lnTo>
                      <a:pt x="1090" y="1689"/>
                    </a:lnTo>
                    <a:lnTo>
                      <a:pt x="1257" y="1764"/>
                    </a:lnTo>
                    <a:lnTo>
                      <a:pt x="1432" y="1824"/>
                    </a:lnTo>
                    <a:lnTo>
                      <a:pt x="1613" y="1867"/>
                    </a:lnTo>
                    <a:lnTo>
                      <a:pt x="1800" y="1891"/>
                    </a:lnTo>
                    <a:lnTo>
                      <a:pt x="1895" y="1897"/>
                    </a:lnTo>
                    <a:lnTo>
                      <a:pt x="1895" y="1005"/>
                    </a:lnTo>
                    <a:lnTo>
                      <a:pt x="8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60BDC6D-A5DF-945F-9DC4-A94665FB9538}"/>
                  </a:ext>
                </a:extLst>
              </p:cNvPr>
              <p:cNvSpPr/>
              <p:nvPr/>
            </p:nvSpPr>
            <p:spPr>
              <a:xfrm rot="19046138">
                <a:off x="3851400" y="1942179"/>
                <a:ext cx="1886265" cy="1185420"/>
              </a:xfrm>
              <a:prstGeom prst="rect">
                <a:avLst/>
              </a:prstGeom>
              <a:noFill/>
              <a:ln w="476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4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Cyber Audit</a:t>
                </a:r>
              </a:p>
              <a:p>
                <a:pPr algn="ctr">
                  <a:defRPr/>
                </a:pPr>
                <a:r>
                  <a:rPr lang="fr-FR" sz="1400" b="1" kern="0">
                    <a:solidFill>
                      <a:schemeClr val="bg1"/>
                    </a:solidFill>
                  </a:rPr>
                  <a:t>FY 2024 – 2025</a:t>
                </a:r>
                <a:r>
                  <a:rPr kumimoji="0" lang="fr-FR" sz="14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</a:p>
              <a:p>
                <a:pPr algn="ctr">
                  <a:defRPr/>
                </a:pPr>
                <a:r>
                  <a:rPr lang="fr-FR" sz="1400" b="1" kern="0">
                    <a:solidFill>
                      <a:schemeClr val="bg1"/>
                    </a:solidFill>
                  </a:rPr>
                  <a:t>FY 2025 – 2026</a:t>
                </a:r>
              </a:p>
              <a:p>
                <a:pPr algn="ctr">
                  <a:defRPr/>
                </a:pPr>
                <a:r>
                  <a:rPr lang="fr-FR" sz="1400" b="1" kern="0">
                    <a:solidFill>
                      <a:schemeClr val="bg1"/>
                    </a:solidFill>
                  </a:rPr>
                  <a:t>(Half – Yearly)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14CA63B-8D01-247F-BB24-24B1E37F3075}"/>
                  </a:ext>
                </a:extLst>
              </p:cNvPr>
              <p:cNvSpPr/>
              <p:nvPr/>
            </p:nvSpPr>
            <p:spPr>
              <a:xfrm rot="2526858">
                <a:off x="3894911" y="4500644"/>
                <a:ext cx="1777229" cy="845735"/>
              </a:xfrm>
              <a:prstGeom prst="rect">
                <a:avLst/>
              </a:prstGeom>
              <a:noFill/>
              <a:ln w="476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sz="1400" b="1" kern="0">
                    <a:solidFill>
                      <a:schemeClr val="bg1"/>
                    </a:solidFill>
                  </a:rPr>
                  <a:t>System Audit</a:t>
                </a:r>
              </a:p>
              <a:p>
                <a:pPr algn="ctr">
                  <a:defRPr/>
                </a:pPr>
                <a:r>
                  <a:rPr lang="en-IN" sz="1400" b="1" kern="0">
                    <a:solidFill>
                      <a:schemeClr val="bg1"/>
                    </a:solidFill>
                  </a:rPr>
                  <a:t>(Annually)</a:t>
                </a:r>
              </a:p>
              <a:p>
                <a:pPr algn="ctr">
                  <a:defRPr/>
                </a:pPr>
                <a:r>
                  <a:rPr lang="en-IN" sz="1400" b="1" kern="0">
                    <a:solidFill>
                      <a:schemeClr val="bg1"/>
                    </a:solidFill>
                  </a:rPr>
                  <a:t>FY – 2024 - 2025</a:t>
                </a:r>
                <a:r>
                  <a:rPr lang="en-US" sz="1400" b="1" kern="0">
                    <a:solidFill>
                      <a:schemeClr val="bg1"/>
                    </a:solidFill>
                  </a:rPr>
                  <a:t> </a:t>
                </a:r>
              </a:p>
              <a:p>
                <a:pPr algn="ctr">
                  <a:defRPr/>
                </a:pPr>
                <a:r>
                  <a:rPr lang="fr-FR" sz="1400" b="1" kern="0">
                    <a:solidFill>
                      <a:schemeClr val="bg1"/>
                    </a:solidFill>
                  </a:rPr>
                  <a:t>FY – 2025-2026</a:t>
                </a:r>
                <a:endParaRPr lang="en-US" sz="1400" kern="0">
                  <a:solidFill>
                    <a:schemeClr val="bg1"/>
                  </a:solidFill>
                </a:endParaRPr>
              </a:p>
              <a:p>
                <a:pPr algn="ctr">
                  <a:defRPr/>
                </a:pPr>
                <a:endParaRPr lang="en-US" sz="1400" b="1" kern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2960E6C-E783-5DA6-DE29-ED05E188CBD5}"/>
                  </a:ext>
                </a:extLst>
              </p:cNvPr>
              <p:cNvSpPr/>
              <p:nvPr/>
            </p:nvSpPr>
            <p:spPr>
              <a:xfrm rot="18832425">
                <a:off x="6339235" y="4410531"/>
                <a:ext cx="1898284" cy="732947"/>
              </a:xfrm>
              <a:prstGeom prst="rect">
                <a:avLst/>
              </a:prstGeom>
              <a:noFill/>
              <a:ln w="476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fr-FR" sz="1400" b="1" kern="0">
                    <a:solidFill>
                      <a:schemeClr val="bg1"/>
                    </a:solidFill>
                  </a:rPr>
                  <a:t>VAPT Audit (</a:t>
                </a:r>
                <a:r>
                  <a:rPr lang="en-IN" sz="1400" b="1" kern="0">
                    <a:solidFill>
                      <a:schemeClr val="bg1"/>
                    </a:solidFill>
                  </a:rPr>
                  <a:t>Annually</a:t>
                </a:r>
                <a:r>
                  <a:rPr lang="fr-FR" sz="1400" b="1" kern="0">
                    <a:solidFill>
                      <a:schemeClr val="bg1"/>
                    </a:solidFill>
                  </a:rPr>
                  <a:t>)</a:t>
                </a:r>
              </a:p>
              <a:p>
                <a:pPr algn="ctr">
                  <a:defRPr/>
                </a:pPr>
                <a:r>
                  <a:rPr lang="fr-FR" sz="1400" b="1" kern="0">
                    <a:solidFill>
                      <a:schemeClr val="bg1"/>
                    </a:solidFill>
                  </a:rPr>
                  <a:t>FY 2023 – 2024</a:t>
                </a:r>
              </a:p>
              <a:p>
                <a:pPr algn="ctr">
                  <a:defRPr/>
                </a:pPr>
                <a:r>
                  <a:rPr lang="fr-FR" sz="1400" b="1" kern="0">
                    <a:solidFill>
                      <a:schemeClr val="bg1"/>
                    </a:solidFill>
                  </a:rPr>
                  <a:t>FY 2024 - 2025 </a:t>
                </a:r>
              </a:p>
              <a:p>
                <a:pPr algn="ctr">
                  <a:defRPr/>
                </a:pPr>
                <a:r>
                  <a:rPr lang="fr-FR" sz="1400" b="1" kern="0">
                    <a:solidFill>
                      <a:schemeClr val="bg1"/>
                    </a:solidFill>
                  </a:rPr>
                  <a:t>FY – 2025-2026</a:t>
                </a:r>
                <a:endParaRPr lang="en-US" sz="1400" kern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2960E6C-E783-5DA6-DE29-ED05E188CBD5}"/>
                  </a:ext>
                </a:extLst>
              </p:cNvPr>
              <p:cNvSpPr/>
              <p:nvPr/>
            </p:nvSpPr>
            <p:spPr>
              <a:xfrm rot="2757295">
                <a:off x="6375491" y="2168416"/>
                <a:ext cx="1655377" cy="732947"/>
              </a:xfrm>
              <a:prstGeom prst="rect">
                <a:avLst/>
              </a:prstGeom>
              <a:noFill/>
              <a:ln w="476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sz="1400" b="1" kern="0">
                    <a:solidFill>
                      <a:schemeClr val="bg1"/>
                    </a:solidFill>
                  </a:rPr>
                  <a:t>Red Teaming</a:t>
                </a:r>
              </a:p>
              <a:p>
                <a:pPr algn="ctr">
                  <a:defRPr/>
                </a:pPr>
                <a:r>
                  <a:rPr lang="fr-FR" sz="1400" b="1" kern="0">
                    <a:solidFill>
                      <a:schemeClr val="bg1"/>
                    </a:solidFill>
                  </a:rPr>
                  <a:t>FY 2025-26 (Half –Yearly)</a:t>
                </a:r>
                <a:endParaRPr lang="en-US" sz="1400" kern="0">
                  <a:solidFill>
                    <a:schemeClr val="bg1"/>
                  </a:solidFill>
                </a:endParaRPr>
              </a:p>
              <a:p>
                <a:pPr algn="ctr">
                  <a:defRPr/>
                </a:pPr>
                <a:endParaRPr lang="fr-FR" sz="1400" b="1" kern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2" name="Title 2">
              <a:extLst>
                <a:ext uri="{FF2B5EF4-FFF2-40B4-BE49-F238E27FC236}">
                  <a16:creationId xmlns:a16="http://schemas.microsoft.com/office/drawing/2014/main" id="{88269090-84E6-936E-4BF6-66999BB5B2AC}"/>
                </a:ext>
              </a:extLst>
            </p:cNvPr>
            <p:cNvSpPr txBox="1">
              <a:spLocks/>
            </p:cNvSpPr>
            <p:nvPr/>
          </p:nvSpPr>
          <p:spPr>
            <a:xfrm>
              <a:off x="4783525" y="3185505"/>
              <a:ext cx="2386413" cy="899124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</a:rPr>
                <a:t>System, Cyber Audit, VAPT &amp; </a:t>
              </a:r>
              <a:r>
                <a:rPr lang="en-US" sz="2000" err="1">
                  <a:solidFill>
                    <a:schemeClr val="tx1"/>
                  </a:solidFill>
                </a:rPr>
                <a:t>RedTeam</a:t>
              </a:r>
              <a:r>
                <a:rPr lang="en-US" sz="2000">
                  <a:solidFill>
                    <a:schemeClr val="tx1"/>
                  </a:solidFill>
                </a:rPr>
                <a:t> – Status Update</a:t>
              </a:r>
              <a:endParaRPr lang="en-IN" sz="2000">
                <a:solidFill>
                  <a:schemeClr val="tx1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2283E6D-50C4-02BC-6974-F5A60B4B7E23}"/>
              </a:ext>
            </a:extLst>
          </p:cNvPr>
          <p:cNvSpPr txBox="1"/>
          <p:nvPr/>
        </p:nvSpPr>
        <p:spPr>
          <a:xfrm>
            <a:off x="174761" y="914400"/>
            <a:ext cx="3158112" cy="276999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/>
          <a:p>
            <a:pPr marL="174625" indent="-174625" defTabSz="685800">
              <a:spcAft>
                <a:spcPts val="600"/>
              </a:spcAft>
              <a:buFont typeface="Arial,Sans-Serif" panose="020B0604020202020204" pitchFamily="34" charset="0"/>
              <a:buChar char="•"/>
              <a:defRPr/>
            </a:pPr>
            <a:r>
              <a:rPr lang="en-US" sz="1200" kern="0" dirty="0">
                <a:cs typeface="Arial"/>
              </a:rPr>
              <a:t>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8A9940-5A6A-2DE6-7607-4B76179E3E92}"/>
              </a:ext>
            </a:extLst>
          </p:cNvPr>
          <p:cNvSpPr txBox="1"/>
          <p:nvPr/>
        </p:nvSpPr>
        <p:spPr>
          <a:xfrm>
            <a:off x="224280" y="4628671"/>
            <a:ext cx="3158112" cy="276999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/>
          <a:p>
            <a:pPr marL="174625" indent="-174625" defTabSz="685800">
              <a:buFont typeface="Arial,Sans-Serif" panose="020B0604020202020204" pitchFamily="34" charset="0"/>
              <a:buChar char="•"/>
              <a:defRPr/>
            </a:pPr>
            <a:r>
              <a:rPr lang="en-US" sz="1200" kern="0" dirty="0">
                <a:cs typeface="Arial"/>
              </a:rPr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E3DDF6-131F-ED37-93FD-3063E13FE9F7}"/>
              </a:ext>
            </a:extLst>
          </p:cNvPr>
          <p:cNvSpPr txBox="1"/>
          <p:nvPr/>
        </p:nvSpPr>
        <p:spPr>
          <a:xfrm>
            <a:off x="9019578" y="4168196"/>
            <a:ext cx="2904057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4625" lvl="3" indent="-174625" defTabSz="685800">
              <a:spcAft>
                <a:spcPts val="600"/>
              </a:spcAft>
              <a:buFont typeface="Arial,Sans-Serif" panose="020B0604020202020204" pitchFamily="34" charset="0"/>
              <a:buChar char="•"/>
              <a:defRPr/>
            </a:pPr>
            <a:r>
              <a:rPr lang="en-US" sz="1200" b="1" dirty="0"/>
              <a:t>v</a:t>
            </a:r>
            <a:endParaRPr lang="en-US" sz="1200" kern="0" dirty="0">
              <a:cs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E3DDF6-131F-ED37-93FD-3063E13FE9F7}"/>
              </a:ext>
            </a:extLst>
          </p:cNvPr>
          <p:cNvSpPr txBox="1"/>
          <p:nvPr/>
        </p:nvSpPr>
        <p:spPr>
          <a:xfrm>
            <a:off x="9019578" y="779699"/>
            <a:ext cx="2904057" cy="276999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/>
          <a:p>
            <a:pPr defTabSz="685800">
              <a:defRPr/>
            </a:pPr>
            <a:r>
              <a:rPr lang="en-US" sz="1200" kern="0" dirty="0">
                <a:cs typeface="Arial"/>
              </a:rPr>
              <a:t>b</a:t>
            </a:r>
          </a:p>
        </p:txBody>
      </p:sp>
      <p:sp>
        <p:nvSpPr>
          <p:cNvPr id="4" name="frSlide2147471485Footer" descr="Information Classification: UTI AMC - Confidential">
            <a:extLst>
              <a:ext uri="{FF2B5EF4-FFF2-40B4-BE49-F238E27FC236}">
                <a16:creationId xmlns:a16="http://schemas.microsoft.com/office/drawing/2014/main" id="{F63275CB-C529-9064-22EF-BD2A76ED83C0}"/>
              </a:ext>
            </a:extLst>
          </p:cNvPr>
          <p:cNvSpPr txBox="1"/>
          <p:nvPr/>
        </p:nvSpPr>
        <p:spPr>
          <a:xfrm>
            <a:off x="8623300" y="6484620"/>
            <a:ext cx="3568605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r>
              <a:rPr lang="en-IN" sz="1200">
                <a:solidFill>
                  <a:srgbClr val="000000"/>
                </a:solidFill>
                <a:latin typeface="Microsoft Sans Serif" panose="020B0604020202020204" pitchFamily="34" charset="0"/>
              </a:rPr>
              <a:t>Information Classification: </a:t>
            </a:r>
            <a:r>
              <a:rPr lang="en-IN" sz="1200">
                <a:solidFill>
                  <a:srgbClr val="9999FF"/>
                </a:solidFill>
                <a:latin typeface="Microsoft Sans Serif" panose="020B0604020202020204" pitchFamily="34" charset="0"/>
              </a:rPr>
              <a:t>UTI AMC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635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8C1F-2FC1-98FA-28EA-F72D22A3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C2108A-5F22-C0FF-0414-D6AD473E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50" y="216996"/>
            <a:ext cx="10599790" cy="452318"/>
          </a:xfrm>
        </p:spPr>
        <p:txBody>
          <a:bodyPr/>
          <a:lstStyle/>
          <a:p>
            <a:pPr algn="l"/>
            <a:r>
              <a:rPr lang="en-IN" sz="2000" b="1" dirty="0"/>
              <a:t>Status of Various DR Drills</a:t>
            </a:r>
            <a:endParaRPr 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EC021-CE6D-EA94-9DA4-A6639DBFC340}"/>
              </a:ext>
            </a:extLst>
          </p:cNvPr>
          <p:cNvSpPr txBox="1"/>
          <p:nvPr/>
        </p:nvSpPr>
        <p:spPr>
          <a:xfrm>
            <a:off x="2530646" y="1066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21A24-6C6F-6551-89D5-72C4EDEF1F1A}"/>
              </a:ext>
            </a:extLst>
          </p:cNvPr>
          <p:cNvSpPr txBox="1"/>
          <p:nvPr/>
        </p:nvSpPr>
        <p:spPr>
          <a:xfrm>
            <a:off x="224282" y="5400950"/>
            <a:ext cx="11747973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9FBF781-1CF6-13FA-A1C4-CF35EF6AC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17956"/>
              </p:ext>
            </p:extLst>
          </p:nvPr>
        </p:nvGraphicFramePr>
        <p:xfrm>
          <a:off x="231902" y="838201"/>
          <a:ext cx="11747974" cy="417388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9580">
                  <a:extLst>
                    <a:ext uri="{9D8B030D-6E8A-4147-A177-3AD203B41FA5}">
                      <a16:colId xmlns:a16="http://schemas.microsoft.com/office/drawing/2014/main" val="1686422418"/>
                    </a:ext>
                  </a:extLst>
                </a:gridCol>
                <a:gridCol w="1382574">
                  <a:extLst>
                    <a:ext uri="{9D8B030D-6E8A-4147-A177-3AD203B41FA5}">
                      <a16:colId xmlns:a16="http://schemas.microsoft.com/office/drawing/2014/main" val="466144158"/>
                    </a:ext>
                  </a:extLst>
                </a:gridCol>
                <a:gridCol w="1274619">
                  <a:extLst>
                    <a:ext uri="{9D8B030D-6E8A-4147-A177-3AD203B41FA5}">
                      <a16:colId xmlns:a16="http://schemas.microsoft.com/office/drawing/2014/main" val="3165866033"/>
                    </a:ext>
                  </a:extLst>
                </a:gridCol>
                <a:gridCol w="717665">
                  <a:extLst>
                    <a:ext uri="{9D8B030D-6E8A-4147-A177-3AD203B41FA5}">
                      <a16:colId xmlns:a16="http://schemas.microsoft.com/office/drawing/2014/main" val="3385683492"/>
                    </a:ext>
                  </a:extLst>
                </a:gridCol>
                <a:gridCol w="709353">
                  <a:extLst>
                    <a:ext uri="{9D8B030D-6E8A-4147-A177-3AD203B41FA5}">
                      <a16:colId xmlns:a16="http://schemas.microsoft.com/office/drawing/2014/main" val="2565011257"/>
                    </a:ext>
                  </a:extLst>
                </a:gridCol>
                <a:gridCol w="1041070">
                  <a:extLst>
                    <a:ext uri="{9D8B030D-6E8A-4147-A177-3AD203B41FA5}">
                      <a16:colId xmlns:a16="http://schemas.microsoft.com/office/drawing/2014/main" val="3108791656"/>
                    </a:ext>
                  </a:extLst>
                </a:gridCol>
                <a:gridCol w="5223113">
                  <a:extLst>
                    <a:ext uri="{9D8B030D-6E8A-4147-A177-3AD203B41FA5}">
                      <a16:colId xmlns:a16="http://schemas.microsoft.com/office/drawing/2014/main" val="3930636073"/>
                    </a:ext>
                  </a:extLst>
                </a:gridCol>
              </a:tblGrid>
              <a:tr h="30164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Application </a:t>
                      </a:r>
                      <a:endParaRPr lang="en-IN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Last Drill Date</a:t>
                      </a:r>
                      <a:endParaRPr lang="en-IN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Next Drill Date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 RPO</a:t>
                      </a:r>
                      <a:endParaRPr lang="en-IN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 RTO</a:t>
                      </a:r>
                      <a:endParaRPr lang="en-IN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RTO Achieved</a:t>
                      </a:r>
                      <a:endParaRPr lang="en-IN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Remarks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321561"/>
                  </a:ext>
                </a:extLst>
              </a:tr>
              <a:tr h="322009">
                <a:tc>
                  <a:txBody>
                    <a:bodyPr/>
                    <a:lstStyle/>
                    <a:p>
                      <a:pPr algn="ctr"/>
                      <a:endParaRPr lang="en-IN" sz="9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060565"/>
                  </a:ext>
                </a:extLst>
              </a:tr>
              <a:tr h="4427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IN" sz="90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US" sz="90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IN" sz="9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IN" sz="9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IN" sz="9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6470"/>
                  </a:ext>
                </a:extLst>
              </a:tr>
              <a:tr h="4427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IN" sz="90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US" sz="90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IN" sz="9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IN" sz="9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IN" sz="9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986860"/>
                  </a:ext>
                </a:extLst>
              </a:tr>
              <a:tr h="420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u="none" strike="noStrike" kern="120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889457"/>
                  </a:ext>
                </a:extLst>
              </a:tr>
              <a:tr h="5386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u="none" strike="noStrike" kern="120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134235"/>
                  </a:ext>
                </a:extLst>
              </a:tr>
              <a:tr h="5386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u="none" strike="noStrike" kern="120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584610"/>
                  </a:ext>
                </a:extLst>
              </a:tr>
              <a:tr h="11672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u="none" strike="noStrike" kern="120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0793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078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0408B-CE97-B51A-DDE6-F1772ADC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15F00-B0D7-7EDB-C0B2-1529CB15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09 - SOC 2 Type 2 and Bridge Letter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F298C-D1FD-6ED4-76A0-96A5F0158C6D}"/>
              </a:ext>
            </a:extLst>
          </p:cNvPr>
          <p:cNvSpPr txBox="1"/>
          <p:nvPr/>
        </p:nvSpPr>
        <p:spPr>
          <a:xfrm>
            <a:off x="2530646" y="1066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8BDE6C80-9F93-ADAF-4C61-4D672D82D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040193"/>
              </p:ext>
            </p:extLst>
          </p:nvPr>
        </p:nvGraphicFramePr>
        <p:xfrm>
          <a:off x="224280" y="838200"/>
          <a:ext cx="11725621" cy="554228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01734">
                  <a:extLst>
                    <a:ext uri="{9D8B030D-6E8A-4147-A177-3AD203B41FA5}">
                      <a16:colId xmlns:a16="http://schemas.microsoft.com/office/drawing/2014/main" val="1686422418"/>
                    </a:ext>
                  </a:extLst>
                </a:gridCol>
                <a:gridCol w="2566908">
                  <a:extLst>
                    <a:ext uri="{9D8B030D-6E8A-4147-A177-3AD203B41FA5}">
                      <a16:colId xmlns:a16="http://schemas.microsoft.com/office/drawing/2014/main" val="466144158"/>
                    </a:ext>
                  </a:extLst>
                </a:gridCol>
                <a:gridCol w="3063523">
                  <a:extLst>
                    <a:ext uri="{9D8B030D-6E8A-4147-A177-3AD203B41FA5}">
                      <a16:colId xmlns:a16="http://schemas.microsoft.com/office/drawing/2014/main" val="3165866033"/>
                    </a:ext>
                  </a:extLst>
                </a:gridCol>
                <a:gridCol w="1946128">
                  <a:extLst>
                    <a:ext uri="{9D8B030D-6E8A-4147-A177-3AD203B41FA5}">
                      <a16:colId xmlns:a16="http://schemas.microsoft.com/office/drawing/2014/main" val="3412477668"/>
                    </a:ext>
                  </a:extLst>
                </a:gridCol>
                <a:gridCol w="3147328">
                  <a:extLst>
                    <a:ext uri="{9D8B030D-6E8A-4147-A177-3AD203B41FA5}">
                      <a16:colId xmlns:a16="http://schemas.microsoft.com/office/drawing/2014/main" val="1927910572"/>
                    </a:ext>
                  </a:extLst>
                </a:gridCol>
              </a:tblGrid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Sr.</a:t>
                      </a:r>
                      <a:r>
                        <a:rPr lang="en-US" sz="1000" b="1" baseline="0"/>
                        <a:t> No</a:t>
                      </a:r>
                      <a:endParaRPr lang="en-IN" sz="1000" b="1"/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/>
                        <a:t>Application Name</a:t>
                      </a:r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/>
                        <a:t>Received Period</a:t>
                      </a:r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Exceptions</a:t>
                      </a:r>
                      <a:endParaRPr lang="en-IN" sz="1000" b="1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Remarks</a:t>
                      </a:r>
                      <a:endParaRPr lang="en-IN" sz="1000" b="1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321561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IN" sz="1000" b="0"/>
                        <a:t>1</a:t>
                      </a: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 dirty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060565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IN" sz="1000" b="0"/>
                        <a:t>2</a:t>
                      </a: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6470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IN" sz="1000" b="0"/>
                        <a:t>3</a:t>
                      </a:r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986860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US" sz="1000" b="0"/>
                        <a:t>4</a:t>
                      </a:r>
                      <a:endParaRPr lang="en-IN" sz="1000" b="0"/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 dirty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134235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US" sz="1000" b="0"/>
                        <a:t>5</a:t>
                      </a:r>
                      <a:endParaRPr lang="en-IN" sz="1000" b="0"/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072318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US" sz="1000" b="0"/>
                        <a:t>6</a:t>
                      </a:r>
                      <a:endParaRPr lang="en-IN" sz="1000" b="0"/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 dirty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276779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US" sz="1000" b="0"/>
                        <a:t>7</a:t>
                      </a:r>
                      <a:endParaRPr lang="en-IN" sz="1000" b="0"/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83465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US" sz="1000" b="0"/>
                        <a:t>8</a:t>
                      </a:r>
                      <a:endParaRPr lang="en-IN" sz="1000" b="0"/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908762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US" sz="1000" b="0"/>
                        <a:t>9</a:t>
                      </a:r>
                      <a:endParaRPr lang="en-IN" sz="1000" b="0"/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916341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US" sz="1000" b="0"/>
                        <a:t>10</a:t>
                      </a:r>
                      <a:endParaRPr lang="en-IN" sz="1000" b="0"/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2393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algn="ctr"/>
                      <a:r>
                        <a:rPr lang="en-US" sz="1000" b="0"/>
                        <a:t>11</a:t>
                      </a:r>
                      <a:endParaRPr lang="en-IN" sz="1000" b="0"/>
                    </a:p>
                  </a:txBody>
                  <a:tcPr marL="48349" marR="48349" marT="24175" marB="24175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/>
                    </a:p>
                  </a:txBody>
                  <a:tcPr marL="48349" marR="48349" marT="24175" marB="24175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IN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77825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63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97BB2D-F2F0-2E6F-0381-0DE1D70A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10 - SEBI – Circulars Since – </a:t>
            </a:r>
            <a:r>
              <a:rPr lang="en-IN" i="1" dirty="0"/>
              <a:t>2023 </a:t>
            </a:r>
            <a:endParaRPr lang="en-IN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142DF273-FD7C-0EAE-57CD-C2370E9DB0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1027133"/>
              </p:ext>
            </p:extLst>
          </p:nvPr>
        </p:nvGraphicFramePr>
        <p:xfrm>
          <a:off x="224280" y="813836"/>
          <a:ext cx="11737975" cy="54577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7927703">
                  <a:extLst>
                    <a:ext uri="{9D8B030D-6E8A-4147-A177-3AD203B41FA5}">
                      <a16:colId xmlns:a16="http://schemas.microsoft.com/office/drawing/2014/main" val="3465086242"/>
                    </a:ext>
                  </a:extLst>
                </a:gridCol>
                <a:gridCol w="1905136">
                  <a:extLst>
                    <a:ext uri="{9D8B030D-6E8A-4147-A177-3AD203B41FA5}">
                      <a16:colId xmlns:a16="http://schemas.microsoft.com/office/drawing/2014/main" val="3603066371"/>
                    </a:ext>
                  </a:extLst>
                </a:gridCol>
                <a:gridCol w="1905136">
                  <a:extLst>
                    <a:ext uri="{9D8B030D-6E8A-4147-A177-3AD203B41FA5}">
                      <a16:colId xmlns:a16="http://schemas.microsoft.com/office/drawing/2014/main" val="2256648141"/>
                    </a:ext>
                  </a:extLst>
                </a:gridCol>
              </a:tblGrid>
              <a:tr h="326812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</a:rPr>
                        <a:t>Circular</a:t>
                      </a:r>
                      <a:endParaRPr lang="en-IN" sz="1400">
                        <a:effectLst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</a:rPr>
                        <a:t>Issue Date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</a:rPr>
                        <a:t>Compliance</a:t>
                      </a:r>
                      <a:endParaRPr lang="en-IN" sz="14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725587"/>
                  </a:ext>
                </a:extLst>
              </a:tr>
              <a:tr h="57192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IN" sz="12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en-IN" sz="12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6702556"/>
                  </a:ext>
                </a:extLst>
              </a:tr>
              <a:tr h="57192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IN" sz="12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en-IN" sz="12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642313"/>
                  </a:ext>
                </a:extLst>
              </a:tr>
              <a:tr h="490217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IN" sz="12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en-IN" sz="12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433392"/>
                  </a:ext>
                </a:extLst>
              </a:tr>
              <a:tr h="29413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IN" sz="12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en-IN" sz="12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938489"/>
                  </a:ext>
                </a:extLst>
              </a:tr>
              <a:tr h="490217">
                <a:tc>
                  <a:txBody>
                    <a:bodyPr/>
                    <a:lstStyle/>
                    <a:p>
                      <a:pPr algn="l" rtl="0"/>
                      <a:endParaRPr lang="en-IN" sz="12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en-I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270395"/>
                  </a:ext>
                </a:extLst>
              </a:tr>
              <a:tr h="686305">
                <a:tc>
                  <a:txBody>
                    <a:bodyPr/>
                    <a:lstStyle/>
                    <a:p>
                      <a:pPr algn="l" rtl="0"/>
                      <a:endParaRPr lang="en-IN" sz="12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051794"/>
                  </a:ext>
                </a:extLst>
              </a:tr>
              <a:tr h="555580">
                <a:tc>
                  <a:txBody>
                    <a:bodyPr/>
                    <a:lstStyle/>
                    <a:p>
                      <a:pPr algn="l" fontAlgn="t"/>
                      <a:endParaRPr lang="en-US" sz="12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816616"/>
                  </a:ext>
                </a:extLst>
              </a:tr>
              <a:tr h="359493">
                <a:tc>
                  <a:txBody>
                    <a:bodyPr/>
                    <a:lstStyle/>
                    <a:p>
                      <a:pPr algn="l" fontAlgn="t"/>
                      <a:endParaRPr lang="en-US" sz="12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365714"/>
                  </a:ext>
                </a:extLst>
              </a:tr>
              <a:tr h="555580">
                <a:tc>
                  <a:txBody>
                    <a:bodyPr/>
                    <a:lstStyle/>
                    <a:p>
                      <a:pPr algn="l" fontAlgn="t"/>
                      <a:endParaRPr lang="en-US" sz="12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577079"/>
                  </a:ext>
                </a:extLst>
              </a:tr>
              <a:tr h="555580">
                <a:tc>
                  <a:txBody>
                    <a:bodyPr/>
                    <a:lstStyle/>
                    <a:p>
                      <a:pPr algn="l" fontAlgn="t"/>
                      <a:endParaRPr lang="en-US" sz="12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782854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5F3939-A9AF-78E2-8091-7EC1872933F7}"/>
              </a:ext>
            </a:extLst>
          </p:cNvPr>
          <p:cNvSpPr txBox="1"/>
          <p:nvPr/>
        </p:nvSpPr>
        <p:spPr>
          <a:xfrm>
            <a:off x="407160" y="6271590"/>
            <a:ext cx="7164492" cy="4308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en-IN" sz="1050" b="1"/>
              <a:t>Note: No circular issued by SEBI after August 28</a:t>
            </a:r>
            <a:r>
              <a:rPr lang="en-IN" sz="1050" b="1" baseline="30000"/>
              <a:t>th</a:t>
            </a:r>
            <a:r>
              <a:rPr lang="en-IN" sz="1050" b="1"/>
              <a:t> 2025 in regards to CSCRF</a:t>
            </a:r>
          </a:p>
        </p:txBody>
      </p:sp>
    </p:spTree>
    <p:extLst>
      <p:ext uri="{BB962C8B-B14F-4D97-AF65-F5344CB8AC3E}">
        <p14:creationId xmlns:p14="http://schemas.microsoft.com/office/powerpoint/2010/main" val="1948188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6BD28B-8913-4314-06BC-67EFD2F9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404255"/>
            <a:ext cx="9245958" cy="711602"/>
          </a:xfrm>
        </p:spPr>
        <p:txBody>
          <a:bodyPr/>
          <a:lstStyle/>
          <a:p>
            <a:r>
              <a:rPr lang="en-IN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32663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2FDC0-6D6A-7AA2-4380-EC43F9410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6C591F-D96F-BAD6-C05D-A23C386A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404255"/>
            <a:ext cx="9245958" cy="711602"/>
          </a:xfrm>
        </p:spPr>
        <p:txBody>
          <a:bodyPr/>
          <a:lstStyle/>
          <a:p>
            <a:r>
              <a:rPr lang="en-US"/>
              <a:t>A</a:t>
            </a:r>
            <a:r>
              <a:rPr lang="en-IN"/>
              <a:t>nnexure</a:t>
            </a:r>
          </a:p>
        </p:txBody>
      </p:sp>
    </p:spTree>
    <p:extLst>
      <p:ext uri="{BB962C8B-B14F-4D97-AF65-F5344CB8AC3E}">
        <p14:creationId xmlns:p14="http://schemas.microsoft.com/office/powerpoint/2010/main" val="2784164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83A43743-2A0C-ECC9-A05D-BE389DDFC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917161"/>
              </p:ext>
            </p:extLst>
          </p:nvPr>
        </p:nvGraphicFramePr>
        <p:xfrm>
          <a:off x="224278" y="802640"/>
          <a:ext cx="11708641" cy="5547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717521">
                  <a:extLst>
                    <a:ext uri="{9D8B030D-6E8A-4147-A177-3AD203B41FA5}">
                      <a16:colId xmlns:a16="http://schemas.microsoft.com/office/drawing/2014/main" val="55014085"/>
                    </a:ext>
                  </a:extLst>
                </a:gridCol>
                <a:gridCol w="2923932">
                  <a:extLst>
                    <a:ext uri="{9D8B030D-6E8A-4147-A177-3AD203B41FA5}">
                      <a16:colId xmlns:a16="http://schemas.microsoft.com/office/drawing/2014/main" val="2696295536"/>
                    </a:ext>
                  </a:extLst>
                </a:gridCol>
                <a:gridCol w="944699">
                  <a:extLst>
                    <a:ext uri="{9D8B030D-6E8A-4147-A177-3AD203B41FA5}">
                      <a16:colId xmlns:a16="http://schemas.microsoft.com/office/drawing/2014/main" val="3341184091"/>
                    </a:ext>
                  </a:extLst>
                </a:gridCol>
                <a:gridCol w="1114120">
                  <a:extLst>
                    <a:ext uri="{9D8B030D-6E8A-4147-A177-3AD203B41FA5}">
                      <a16:colId xmlns:a16="http://schemas.microsoft.com/office/drawing/2014/main" val="2803393807"/>
                    </a:ext>
                  </a:extLst>
                </a:gridCol>
                <a:gridCol w="6008369">
                  <a:extLst>
                    <a:ext uri="{9D8B030D-6E8A-4147-A177-3AD203B41FA5}">
                      <a16:colId xmlns:a16="http://schemas.microsoft.com/office/drawing/2014/main" val="376477259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>
                          <a:solidFill>
                            <a:schemeClr val="tx1"/>
                          </a:solidFill>
                        </a:rPr>
                        <a:t>Sr No.</a:t>
                      </a:r>
                      <a:endParaRPr lang="en-IN" sz="12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kern="1200"/>
                        <a:t>Observation</a:t>
                      </a:r>
                      <a:endParaRPr lang="en-IN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kern="1200" dirty="0"/>
                        <a:t>Severity</a:t>
                      </a:r>
                      <a:endParaRPr lang="en-IN" sz="105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kern="1200"/>
                        <a:t>Organisation</a:t>
                      </a:r>
                      <a:endParaRPr lang="en-IN" sz="105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kern="1200"/>
                        <a:t>Management Response </a:t>
                      </a:r>
                      <a:endParaRPr lang="en-IN" sz="105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341242"/>
                  </a:ext>
                </a:extLst>
              </a:tr>
              <a:tr h="3090672">
                <a:tc>
                  <a:txBody>
                    <a:bodyPr/>
                    <a:lstStyle/>
                    <a:p>
                      <a:pPr algn="ctr"/>
                      <a:r>
                        <a:rPr lang="en-IN" sz="1000" b="0" u="none" strike="noStrike" kern="12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b="0" u="none" strike="noStrike" kern="1200" baseline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000" u="none" strike="noStrike" kern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145286"/>
                  </a:ext>
                </a:extLst>
              </a:tr>
              <a:tr h="21000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00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0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0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249834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System Audit (Apr’25 – Mar’26) – Observation</a:t>
            </a:r>
            <a:endParaRPr lang="en-IN" dirty="0">
              <a:latin typeface="+mn-lt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C09CD23-96E8-9D78-77F3-D063713693C9}"/>
              </a:ext>
            </a:extLst>
          </p:cNvPr>
          <p:cNvSpPr txBox="1">
            <a:spLocks/>
          </p:cNvSpPr>
          <p:nvPr/>
        </p:nvSpPr>
        <p:spPr>
          <a:xfrm>
            <a:off x="8365361" y="1991262"/>
            <a:ext cx="1404928" cy="221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Char char="•"/>
              <a:defRPr lang="en-US" sz="1999" b="0" i="0" kern="0" spc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lang="en-US" sz="1400" b="0" i="0" kern="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400" b="0" i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400" b="0" i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100" b="0" i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80000"/>
              </a:lnSpc>
              <a:spcAft>
                <a:spcPts val="0"/>
              </a:spcAft>
              <a:buNone/>
              <a:defRPr/>
            </a:pPr>
            <a:endParaRPr lang="en-US" sz="1800" b="1" kern="1200">
              <a:solidFill>
                <a:schemeClr val="accent2">
                  <a:lumMod val="75000"/>
                </a:schemeClr>
              </a:solidFill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600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0B8EB-B631-CCDF-1121-ECE9C112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D9F51DF8-431A-95AA-1A48-02BFE608D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663753"/>
              </p:ext>
            </p:extLst>
          </p:nvPr>
        </p:nvGraphicFramePr>
        <p:xfrm>
          <a:off x="224278" y="802640"/>
          <a:ext cx="11723883" cy="550671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58042">
                  <a:extLst>
                    <a:ext uri="{9D8B030D-6E8A-4147-A177-3AD203B41FA5}">
                      <a16:colId xmlns:a16="http://schemas.microsoft.com/office/drawing/2014/main" val="55014085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69629553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03393807"/>
                    </a:ext>
                  </a:extLst>
                </a:gridCol>
                <a:gridCol w="7477761">
                  <a:extLst>
                    <a:ext uri="{9D8B030D-6E8A-4147-A177-3AD203B41FA5}">
                      <a16:colId xmlns:a16="http://schemas.microsoft.com/office/drawing/2014/main" val="3764772593"/>
                    </a:ext>
                  </a:extLst>
                </a:gridCol>
              </a:tblGrid>
              <a:tr h="458893"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>
                          <a:solidFill>
                            <a:schemeClr val="tx1"/>
                          </a:solidFill>
                        </a:rPr>
                        <a:t>Sr No.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kern="1200" dirty="0"/>
                        <a:t>Observation</a:t>
                      </a:r>
                      <a:endParaRPr lang="en-IN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kern="1200" dirty="0"/>
                        <a:t>Severity</a:t>
                      </a:r>
                      <a:endParaRPr lang="en-IN" sz="105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kern="1200" dirty="0"/>
                        <a:t>Management Response </a:t>
                      </a:r>
                      <a:endParaRPr lang="en-IN" sz="105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341242"/>
                  </a:ext>
                </a:extLst>
              </a:tr>
              <a:tr h="780119">
                <a:tc>
                  <a:txBody>
                    <a:bodyPr/>
                    <a:lstStyle/>
                    <a:p>
                      <a:pPr algn="ctr"/>
                      <a:r>
                        <a:rPr lang="en-IN" sz="900" b="0" u="none" strike="noStrike" kern="12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900" b="0" u="none" strike="noStrike" kern="1200" baseline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900" b="0" u="none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9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900" u="none" strike="noStrike" kern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145286"/>
                  </a:ext>
                </a:extLst>
              </a:tr>
              <a:tr h="105545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90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9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9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249834"/>
                  </a:ext>
                </a:extLst>
              </a:tr>
              <a:tr h="18814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90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9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344483"/>
                  </a:ext>
                </a:extLst>
              </a:tr>
              <a:tr h="13307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90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9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451541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37BB8513-A90F-1F8E-CE6F-FE04C208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Cyber Audit (Apr’25 – Mar’26) – Observation</a:t>
            </a:r>
            <a:endParaRPr lang="en-IN" dirty="0">
              <a:latin typeface="+mn-lt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5E34843B-27C9-ECB6-EE9E-8B399E937CD0}"/>
              </a:ext>
            </a:extLst>
          </p:cNvPr>
          <p:cNvSpPr txBox="1">
            <a:spLocks/>
          </p:cNvSpPr>
          <p:nvPr/>
        </p:nvSpPr>
        <p:spPr>
          <a:xfrm>
            <a:off x="8365361" y="1991262"/>
            <a:ext cx="1404928" cy="221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Char char="•"/>
              <a:defRPr lang="en-US" sz="1999" b="0" i="0" kern="0" spc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lang="en-US" sz="1400" b="0" i="0" kern="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400" b="0" i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400" b="0" i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100" b="0" i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80000"/>
              </a:lnSpc>
              <a:spcAft>
                <a:spcPts val="0"/>
              </a:spcAft>
              <a:buNone/>
              <a:defRPr/>
            </a:pPr>
            <a:endParaRPr lang="en-US" sz="1800" b="1" kern="1200">
              <a:solidFill>
                <a:schemeClr val="accent2">
                  <a:lumMod val="75000"/>
                </a:schemeClr>
              </a:solidFill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51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C4D7-7742-046F-76A4-117E3A57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30D72DBB-A585-8A64-9D54-FA62A78747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1194933"/>
              </p:ext>
            </p:extLst>
          </p:nvPr>
        </p:nvGraphicFramePr>
        <p:xfrm>
          <a:off x="224278" y="802640"/>
          <a:ext cx="11744202" cy="547623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36818">
                  <a:extLst>
                    <a:ext uri="{9D8B030D-6E8A-4147-A177-3AD203B41FA5}">
                      <a16:colId xmlns:a16="http://schemas.microsoft.com/office/drawing/2014/main" val="55014085"/>
                    </a:ext>
                  </a:extLst>
                </a:gridCol>
                <a:gridCol w="1969356">
                  <a:extLst>
                    <a:ext uri="{9D8B030D-6E8A-4147-A177-3AD203B41FA5}">
                      <a16:colId xmlns:a16="http://schemas.microsoft.com/office/drawing/2014/main" val="2696295536"/>
                    </a:ext>
                  </a:extLst>
                </a:gridCol>
                <a:gridCol w="1126909">
                  <a:extLst>
                    <a:ext uri="{9D8B030D-6E8A-4147-A177-3AD203B41FA5}">
                      <a16:colId xmlns:a16="http://schemas.microsoft.com/office/drawing/2014/main" val="2803393807"/>
                    </a:ext>
                  </a:extLst>
                </a:gridCol>
                <a:gridCol w="8211119">
                  <a:extLst>
                    <a:ext uri="{9D8B030D-6E8A-4147-A177-3AD203B41FA5}">
                      <a16:colId xmlns:a16="http://schemas.microsoft.com/office/drawing/2014/main" val="3764772593"/>
                    </a:ext>
                  </a:extLst>
                </a:gridCol>
              </a:tblGrid>
              <a:tr h="438099">
                <a:tc>
                  <a:txBody>
                    <a:bodyPr/>
                    <a:lstStyle/>
                    <a:p>
                      <a:pPr algn="ctr"/>
                      <a:r>
                        <a:rPr lang="en-IN" sz="900" kern="1200" dirty="0">
                          <a:solidFill>
                            <a:schemeClr val="tx1"/>
                          </a:solidFill>
                        </a:rPr>
                        <a:t>Sr No.</a:t>
                      </a:r>
                      <a:endParaRPr lang="en-IN" sz="90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kern="1200" dirty="0"/>
                        <a:t>Observation</a:t>
                      </a:r>
                      <a:endParaRPr lang="en-IN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kern="1200" dirty="0"/>
                        <a:t>Severity</a:t>
                      </a:r>
                      <a:endParaRPr lang="en-IN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kern="1200" dirty="0"/>
                        <a:t>Management Response </a:t>
                      </a:r>
                      <a:endParaRPr lang="en-IN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341242"/>
                  </a:ext>
                </a:extLst>
              </a:tr>
              <a:tr h="5038140">
                <a:tc>
                  <a:txBody>
                    <a:bodyPr/>
                    <a:lstStyle/>
                    <a:p>
                      <a:pPr algn="ctr"/>
                      <a:r>
                        <a:rPr lang="en-IN" sz="900" b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9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900" u="none" strike="noStrike" kern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14528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8B8C0EAD-110D-46C3-0674-E3057AD7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Cyber Audit (Apr’25 – Mar’26) – Observation</a:t>
            </a:r>
            <a:endParaRPr lang="en-IN" dirty="0">
              <a:latin typeface="+mn-lt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32ECAA80-7678-1A12-8324-6220AF492841}"/>
              </a:ext>
            </a:extLst>
          </p:cNvPr>
          <p:cNvSpPr txBox="1">
            <a:spLocks/>
          </p:cNvSpPr>
          <p:nvPr/>
        </p:nvSpPr>
        <p:spPr>
          <a:xfrm>
            <a:off x="8365361" y="1991262"/>
            <a:ext cx="1404928" cy="221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Char char="•"/>
              <a:defRPr lang="en-US" sz="1999" b="0" i="0" kern="0" spc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lang="en-US" sz="1400" b="0" i="0" kern="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400" b="0" i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400" b="0" i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100" b="0" i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80000"/>
              </a:lnSpc>
              <a:spcAft>
                <a:spcPts val="0"/>
              </a:spcAft>
              <a:buNone/>
              <a:defRPr/>
            </a:pPr>
            <a:endParaRPr lang="en-US" sz="1800" b="1" kern="1200">
              <a:solidFill>
                <a:schemeClr val="accent2">
                  <a:lumMod val="75000"/>
                </a:schemeClr>
              </a:solidFill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508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29D08F-7F56-B2B9-9109-31C4A1C0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VAPT (Apr’25 – Mar’26) – Observation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9DDCB95-9B28-CD50-71E1-FBC6CC9FE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273275"/>
              </p:ext>
            </p:extLst>
          </p:nvPr>
        </p:nvGraphicFramePr>
        <p:xfrm>
          <a:off x="224278" y="802640"/>
          <a:ext cx="11708641" cy="5547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717521">
                  <a:extLst>
                    <a:ext uri="{9D8B030D-6E8A-4147-A177-3AD203B41FA5}">
                      <a16:colId xmlns:a16="http://schemas.microsoft.com/office/drawing/2014/main" val="55014085"/>
                    </a:ext>
                  </a:extLst>
                </a:gridCol>
                <a:gridCol w="2923932">
                  <a:extLst>
                    <a:ext uri="{9D8B030D-6E8A-4147-A177-3AD203B41FA5}">
                      <a16:colId xmlns:a16="http://schemas.microsoft.com/office/drawing/2014/main" val="2696295536"/>
                    </a:ext>
                  </a:extLst>
                </a:gridCol>
                <a:gridCol w="944699">
                  <a:extLst>
                    <a:ext uri="{9D8B030D-6E8A-4147-A177-3AD203B41FA5}">
                      <a16:colId xmlns:a16="http://schemas.microsoft.com/office/drawing/2014/main" val="3341184091"/>
                    </a:ext>
                  </a:extLst>
                </a:gridCol>
                <a:gridCol w="1114120">
                  <a:extLst>
                    <a:ext uri="{9D8B030D-6E8A-4147-A177-3AD203B41FA5}">
                      <a16:colId xmlns:a16="http://schemas.microsoft.com/office/drawing/2014/main" val="2803393807"/>
                    </a:ext>
                  </a:extLst>
                </a:gridCol>
                <a:gridCol w="6008369">
                  <a:extLst>
                    <a:ext uri="{9D8B030D-6E8A-4147-A177-3AD203B41FA5}">
                      <a16:colId xmlns:a16="http://schemas.microsoft.com/office/drawing/2014/main" val="376477259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>
                          <a:solidFill>
                            <a:schemeClr val="tx1"/>
                          </a:solidFill>
                        </a:rPr>
                        <a:t>Sr No.</a:t>
                      </a:r>
                      <a:endParaRPr lang="en-IN" sz="1200" kern="120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kern="1200"/>
                        <a:t>Observation</a:t>
                      </a:r>
                      <a:endParaRPr lang="en-IN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kern="1200" dirty="0"/>
                        <a:t>Severity</a:t>
                      </a:r>
                      <a:endParaRPr lang="en-IN" sz="105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kern="1200"/>
                        <a:t>Organisation</a:t>
                      </a:r>
                      <a:endParaRPr lang="en-IN" sz="105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kern="1200"/>
                        <a:t>Management Response </a:t>
                      </a:r>
                      <a:endParaRPr lang="en-IN" sz="105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341242"/>
                  </a:ext>
                </a:extLst>
              </a:tr>
              <a:tr h="3090672">
                <a:tc>
                  <a:txBody>
                    <a:bodyPr/>
                    <a:lstStyle/>
                    <a:p>
                      <a:pPr algn="ctr"/>
                      <a:r>
                        <a:rPr lang="en-IN" sz="1000" b="0" u="none" strike="noStrike" kern="12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b="0" u="none" strike="noStrike" kern="1200" baseline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000" u="none" strike="noStrike" kern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145286"/>
                  </a:ext>
                </a:extLst>
              </a:tr>
              <a:tr h="21000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00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0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0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0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24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447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19FF74-512D-91D2-5D9A-CF725BA9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Annexure</a:t>
            </a:r>
            <a:endParaRPr lang="en-IN"/>
          </a:p>
        </p:txBody>
      </p:sp>
      <p:graphicFrame>
        <p:nvGraphicFramePr>
          <p:cNvPr id="4" name="Content Placeholder 1">
            <a:extLst>
              <a:ext uri="{FF2B5EF4-FFF2-40B4-BE49-F238E27FC236}">
                <a16:creationId xmlns:a16="http://schemas.microsoft.com/office/drawing/2014/main" id="{895379B6-FFD2-C8E3-50D7-FD44F4BFE5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867764"/>
              </p:ext>
            </p:extLst>
          </p:nvPr>
        </p:nvGraphicFramePr>
        <p:xfrm>
          <a:off x="224280" y="966612"/>
          <a:ext cx="11737974" cy="352499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883048">
                  <a:extLst>
                    <a:ext uri="{9D8B030D-6E8A-4147-A177-3AD203B41FA5}">
                      <a16:colId xmlns:a16="http://schemas.microsoft.com/office/drawing/2014/main" val="1901414904"/>
                    </a:ext>
                  </a:extLst>
                </a:gridCol>
                <a:gridCol w="5854926">
                  <a:extLst>
                    <a:ext uri="{9D8B030D-6E8A-4147-A177-3AD203B41FA5}">
                      <a16:colId xmlns:a16="http://schemas.microsoft.com/office/drawing/2014/main" val="852286556"/>
                    </a:ext>
                  </a:extLst>
                </a:gridCol>
              </a:tblGrid>
              <a:tr h="44949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Points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Documents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613646"/>
                  </a:ext>
                </a:extLst>
              </a:tr>
              <a:tr h="5525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>
                    <a:lnR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L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714324"/>
                  </a:ext>
                </a:extLst>
              </a:tr>
              <a:tr h="630746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anchor="ctr">
                    <a:lnR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>
                    <a:lnL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548551"/>
                  </a:ext>
                </a:extLst>
              </a:tr>
              <a:tr h="630746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>
                    <a:lnR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>
                    <a:lnL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7732874"/>
                  </a:ext>
                </a:extLst>
              </a:tr>
              <a:tr h="630746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>
                    <a:lnR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L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131751"/>
                  </a:ext>
                </a:extLst>
              </a:tr>
              <a:tr h="630746">
                <a:tc>
                  <a:txBody>
                    <a:bodyPr/>
                    <a:lstStyle/>
                    <a:p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L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183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72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TUSGUID" val="e3456e03-ab86-4bc8-b624-5ec3e741c0b5"/>
  <p:tag name="CLASSIFICATION" val="UTI AMC-Confidential"/>
</p:tagLst>
</file>

<file path=ppt/theme/theme1.xml><?xml version="1.0" encoding="utf-8"?>
<a:theme xmlns:a="http://schemas.openxmlformats.org/drawingml/2006/main" name="1_UTI Office Theme">
  <a:themeElements>
    <a:clrScheme name="UTI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4F9D"/>
      </a:accent1>
      <a:accent2>
        <a:srgbClr val="047BC1"/>
      </a:accent2>
      <a:accent3>
        <a:srgbClr val="24AADE"/>
      </a:accent3>
      <a:accent4>
        <a:srgbClr val="F05A29"/>
      </a:accent4>
      <a:accent5>
        <a:srgbClr val="F08021"/>
      </a:accent5>
      <a:accent6>
        <a:srgbClr val="FCAF42"/>
      </a:accent6>
      <a:hlink>
        <a:srgbClr val="0000FF"/>
      </a:hlink>
      <a:folHlink>
        <a:srgbClr val="00007F"/>
      </a:folHlink>
    </a:clrScheme>
    <a:fontScheme name="Custom 7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UTI Office Theme">
  <a:themeElements>
    <a:clrScheme name="UTI col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4F9D"/>
      </a:accent1>
      <a:accent2>
        <a:srgbClr val="047BC1"/>
      </a:accent2>
      <a:accent3>
        <a:srgbClr val="24AADE"/>
      </a:accent3>
      <a:accent4>
        <a:srgbClr val="F05A29"/>
      </a:accent4>
      <a:accent5>
        <a:srgbClr val="F08021"/>
      </a:accent5>
      <a:accent6>
        <a:srgbClr val="FCAF42"/>
      </a:accent6>
      <a:hlink>
        <a:srgbClr val="0000FF"/>
      </a:hlink>
      <a:folHlink>
        <a:srgbClr val="00007F"/>
      </a:folHlink>
    </a:clrScheme>
    <a:fontScheme name="Custom 7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UTI 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db20ec-239c-4f30-9a9a-9e1ecf7c9156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titus xmlns="http://schemas.titus.com/TitusProperties/">
  <TitusGUID xmlns="">e3456e03-ab86-4bc8-b624-5ec3e741c0b5</TitusGUID>
  <TitusMetadata xmlns="">eyJucyI6Imh0dHA6XC9cL3d3dy50aXR1cy5jb21cL25zXC9VVEkgQXNzZXQgTWFuYWdlbWVudCBDb21wYW55IEx0ZCIsInByb3BzIjpbeyJuIjoiQ2xhc3NpZmljYXRpb24iLCJ2YWxzIjpbeyJ2YWx1ZSI6IlVUSSBBTUMtQ29uZmlkZW50aWFsIn1dfV19</TitusMetadata>
</titu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7657688868404E8B8B46FAEF3AF400" ma:contentTypeVersion="18" ma:contentTypeDescription="Create a new document." ma:contentTypeScope="" ma:versionID="255d647214d98bf46054c8f279e94b05">
  <xsd:schema xmlns:xsd="http://www.w3.org/2001/XMLSchema" xmlns:xs="http://www.w3.org/2001/XMLSchema" xmlns:p="http://schemas.microsoft.com/office/2006/metadata/properties" xmlns:ns1="http://schemas.microsoft.com/sharepoint/v3" xmlns:ns3="badb20ec-239c-4f30-9a9a-9e1ecf7c9156" xmlns:ns4="63e058d2-90e4-4902-a338-247a2cba6a5f" targetNamespace="http://schemas.microsoft.com/office/2006/metadata/properties" ma:root="true" ma:fieldsID="e81fe9ae2613f8e8388be7c94814e28a" ns1:_="" ns3:_="" ns4:_="">
    <xsd:import namespace="http://schemas.microsoft.com/sharepoint/v3"/>
    <xsd:import namespace="badb20ec-239c-4f30-9a9a-9e1ecf7c9156"/>
    <xsd:import namespace="63e058d2-90e4-4902-a338-247a2cba6a5f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b20ec-239c-4f30-9a9a-9e1ecf7c9156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e058d2-90e4-4902-a338-247a2cba6a5f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A0EC10-457E-482E-857E-2FD8E3678EA9}">
  <ds:schemaRefs>
    <ds:schemaRef ds:uri="63e058d2-90e4-4902-a338-247a2cba6a5f"/>
    <ds:schemaRef ds:uri="badb20ec-239c-4f30-9a9a-9e1ecf7c915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A7AEADE-853D-48C0-AA5D-A5020A0299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EE6DA4-E29C-428F-BF14-3431FA1D324C}">
  <ds:schemaRefs>
    <ds:schemaRef ds:uri=""/>
    <ds:schemaRef ds:uri="http://schemas.titus.com/TitusProperties/"/>
  </ds:schemaRefs>
</ds:datastoreItem>
</file>

<file path=customXml/itemProps4.xml><?xml version="1.0" encoding="utf-8"?>
<ds:datastoreItem xmlns:ds="http://schemas.openxmlformats.org/officeDocument/2006/customXml" ds:itemID="{56615F42-BFCA-48F2-A716-8778655E48C8}">
  <ds:schemaRefs>
    <ds:schemaRef ds:uri="63e058d2-90e4-4902-a338-247a2cba6a5f"/>
    <ds:schemaRef ds:uri="badb20ec-239c-4f30-9a9a-9e1ecf7c915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503</Words>
  <Application>Microsoft Office PowerPoint</Application>
  <PresentationFormat>Widescreen</PresentationFormat>
  <Paragraphs>209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Arial</vt:lpstr>
      <vt:lpstr>Arial,Sans-Serif</vt:lpstr>
      <vt:lpstr>Calibri</vt:lpstr>
      <vt:lpstr>Cavolini</vt:lpstr>
      <vt:lpstr>Century Gothic</vt:lpstr>
      <vt:lpstr>Crimson Pro SemiBold</vt:lpstr>
      <vt:lpstr>Heebo</vt:lpstr>
      <vt:lpstr>Heebo Bold</vt:lpstr>
      <vt:lpstr>Microsoft Sans Serif</vt:lpstr>
      <vt:lpstr>Wingdings</vt:lpstr>
      <vt:lpstr>1_UTI Office Theme</vt:lpstr>
      <vt:lpstr>4_UTI Office Theme</vt:lpstr>
      <vt:lpstr>2_UTI Office Theme</vt:lpstr>
      <vt:lpstr>Name</vt:lpstr>
      <vt:lpstr>PowerPoint Presentation</vt:lpstr>
      <vt:lpstr>01 - Actions Points From Previous Meeting </vt:lpstr>
      <vt:lpstr>02 - Structuring The Risk (CISO function) and IT Team</vt:lpstr>
      <vt:lpstr>Business Applications – Hosting </vt:lpstr>
      <vt:lpstr>03 - P1 Incidents and Exceptions</vt:lpstr>
      <vt:lpstr>Approval</vt:lpstr>
      <vt:lpstr>04 - DPDP Procedure </vt:lpstr>
      <vt:lpstr>Rationale/Changes – Policy and Procedure</vt:lpstr>
      <vt:lpstr>Review and Noting </vt:lpstr>
      <vt:lpstr>Security Vulnerability Closure Report</vt:lpstr>
      <vt:lpstr>04 - Cyber Risk Appetite </vt:lpstr>
      <vt:lpstr>04 - SSL Certificates for UTI AMC Websites</vt:lpstr>
      <vt:lpstr>05 - System, Cyber Audit , VAPT &amp; Red Teaming</vt:lpstr>
      <vt:lpstr>Status of Various DR Drills</vt:lpstr>
      <vt:lpstr>09 - SOC 2 Type 2 and Bridge Letter </vt:lpstr>
      <vt:lpstr>10 - SEBI – Circulars Since – 2023 </vt:lpstr>
      <vt:lpstr>Thank You</vt:lpstr>
      <vt:lpstr>Annexure</vt:lpstr>
      <vt:lpstr>System Audit (Apr’25 – Mar’26) – Observation</vt:lpstr>
      <vt:lpstr>Cyber Audit (Apr’25 – Mar’26) – Observation</vt:lpstr>
      <vt:lpstr>Cyber Audit (Apr’25 – Mar’26) – Observation</vt:lpstr>
      <vt:lpstr>VAPT (Apr’25 – Mar’26) – Observation</vt:lpstr>
      <vt:lpstr>Annexure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Advisory Committee</dc:title>
  <dc:creator>Althmash Sayyed</dc:creator>
  <cp:lastModifiedBy>Parimal Avhad</cp:lastModifiedBy>
  <cp:revision>3</cp:revision>
  <cp:lastPrinted>2026-04-01T06:19:32Z</cp:lastPrinted>
  <dcterms:created xsi:type="dcterms:W3CDTF">2023-07-27T03:16:14Z</dcterms:created>
  <dcterms:modified xsi:type="dcterms:W3CDTF">2026-07-07T04:59:01Z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e3456e03-ab86-4bc8-b624-5ec3e741c0b5</vt:lpwstr>
  </property>
  <property fmtid="{D5CDD505-2E9C-101B-9397-08002B2CF9AE}" pid="3" name="Classification">
    <vt:lpwstr>UTI AMC-Confidential</vt:lpwstr>
  </property>
  <property fmtid="{D5CDD505-2E9C-101B-9397-08002B2CF9AE}" pid="4" name="ContentTypeId">
    <vt:lpwstr>0x010100097657688868404E8B8B46FAEF3AF400</vt:lpwstr>
  </property>
</Properties>
</file>